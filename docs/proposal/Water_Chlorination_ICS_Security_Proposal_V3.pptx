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4"/>
  </p:notesMasterIdLst>
  <p:sldIdLst>
    <p:sldId id="256" r:id="rId3"/>
    <p:sldId id="258" r:id="rId4"/>
    <p:sldId id="260" r:id="rId5"/>
    <p:sldId id="261" r:id="rId6"/>
    <p:sldId id="263" r:id="rId7"/>
    <p:sldId id="269" r:id="rId8"/>
    <p:sldId id="264" r:id="rId9"/>
    <p:sldId id="259" r:id="rId10"/>
    <p:sldId id="270" r:id="rId11"/>
    <p:sldId id="262" r:id="rId12"/>
    <p:sldId id="275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Hanken Grotesk" panose="020B0604020202020204" charset="0"/>
      <p:regular r:id="rId17"/>
      <p:bold r:id="rId18"/>
      <p:italic r:id="rId19"/>
      <p:boldItalic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  <p:embeddedFont>
      <p:font typeface="Raleway" panose="020B0604020202020204" charset="0"/>
      <p:regular r:id="rId25"/>
      <p:bold r:id="rId26"/>
      <p:italic r:id="rId27"/>
      <p:boldItalic r:id="rId28"/>
    </p:embeddedFont>
    <p:embeddedFont>
      <p:font typeface="Raleway Black" panose="020B0604020202020204" charset="0"/>
      <p:bold r:id="rId29"/>
      <p:boldItalic r:id="rId30"/>
    </p:embeddedFont>
    <p:embeddedFont>
      <p:font typeface="Raleway ExtraBold" panose="020B0604020202020204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D8E513-C9B7-4CEA-9597-55AA48239CE4}">
  <a:tblStyle styleId="{9ED8E513-C9B7-4CEA-9597-55AA48239C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B614EB-AF1D-4644-8B6A-93F8F46A935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42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5975" y="1037902"/>
            <a:ext cx="5950446" cy="2258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/>
              <a:t>Graduation Project  OT / ICS</a:t>
            </a:r>
            <a:br>
              <a:rPr lang="en-US" sz="2800" dirty="0"/>
            </a:br>
            <a:br>
              <a:rPr lang="en" sz="2800" dirty="0"/>
            </a:br>
            <a:r>
              <a:rPr lang="en" sz="2000" dirty="0"/>
              <a:t>PLATFORM FOR PROTECTING WATER CHLORINATION FROM CYBER ATTACKS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15974" y="3760000"/>
            <a:ext cx="6279901" cy="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" b="1" dirty="0"/>
              <a:t>Suprervisor: </a:t>
            </a:r>
            <a:r>
              <a:rPr lang="en-US" b="1" dirty="0"/>
              <a:t>Dr. Mohammad </a:t>
            </a:r>
            <a:r>
              <a:rPr lang="en-US" b="1" dirty="0" err="1"/>
              <a:t>Zulkernine</a:t>
            </a:r>
            <a:endParaRPr lang="en-US" b="1" dirty="0"/>
          </a:p>
          <a:p>
            <a:pPr marL="0" lvl="0" indent="0" algn="ctr"/>
            <a:endParaRPr lang="en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Marko Hanna · Mahmoud Elsakhawy · Kirollos Rasn · Kerolos Zaka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		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2638855" y="1737521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 </a:t>
            </a:r>
            <a:r>
              <a:rPr lang="en-US" dirty="0"/>
              <a:t>Methodology</a:t>
            </a:r>
            <a:endParaRPr dirty="0"/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1283734" y="1169858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1283734" y="289739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1283734" y="176200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1283734" y="3465093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1283734" y="2329698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5" name="Google Shape;715;p30"/>
          <p:cNvSpPr txBox="1">
            <a:spLocks noGrp="1"/>
          </p:cNvSpPr>
          <p:nvPr>
            <p:ph type="title" idx="7"/>
          </p:nvPr>
        </p:nvSpPr>
        <p:spPr>
          <a:xfrm>
            <a:off x="1283734" y="403279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2638855" y="1169822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2638855" y="230522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</a:t>
            </a:r>
            <a:endParaRPr dirty="0"/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2638852" y="287292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DELIVERABLES</a:t>
            </a:r>
            <a:endParaRPr/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2638852" y="344061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&amp; TIMELINE</a:t>
            </a:r>
            <a:endParaRPr/>
          </a:p>
        </p:txBody>
      </p:sp>
      <p:sp>
        <p:nvSpPr>
          <p:cNvPr id="720" name="Google Shape;720;p30"/>
          <p:cNvSpPr txBox="1">
            <a:spLocks noGrp="1"/>
          </p:cNvSpPr>
          <p:nvPr>
            <p:ph type="subTitle" idx="15"/>
          </p:nvPr>
        </p:nvSpPr>
        <p:spPr>
          <a:xfrm>
            <a:off x="2638852" y="400831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 &amp; CONTRIBUTION</a:t>
            </a:r>
            <a:endParaRPr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473103" y="1328863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0" name="Google Shape;740;p32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43" name="Google Shape;743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52" name="Google Shape;752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3"/>
          <p:cNvSpPr txBox="1">
            <a:spLocks noGrp="1"/>
          </p:cNvSpPr>
          <p:nvPr>
            <p:ph type="subTitle" idx="4"/>
          </p:nvPr>
        </p:nvSpPr>
        <p:spPr>
          <a:xfrm>
            <a:off x="4630887" y="1788521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62" name="Google Shape;762;p33"/>
          <p:cNvSpPr txBox="1">
            <a:spLocks noGrp="1"/>
          </p:cNvSpPr>
          <p:nvPr>
            <p:ph type="subTitle" idx="1"/>
          </p:nvPr>
        </p:nvSpPr>
        <p:spPr>
          <a:xfrm>
            <a:off x="4630880" y="2184946"/>
            <a:ext cx="2610900" cy="1747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 a PLC-aware anomaly detection system reliably identify malicious setpoint changes or abnormal process behavior in water chlorination systems, using network traffic and process data? 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857151" y="1839933"/>
            <a:ext cx="2610900" cy="2573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Water chlorination is maintained by PLCs that must keep dosing within a narrow, safe band. OT/SCADA systems were once physically isolated, but remote monitoring and cloud integration now expose them to IT-style threats without built-in authentication or encryption. In Egypt, centralized treatment serves 100M+ citizens, so a single intrusion into the chlorination control layer could become a public health emergency.</a:t>
            </a:r>
            <a:endParaRPr dirty="0"/>
          </a:p>
        </p:txBody>
      </p:sp>
      <p:sp>
        <p:nvSpPr>
          <p:cNvPr id="764" name="Google Shape;764;p33"/>
          <p:cNvSpPr txBox="1">
            <a:spLocks noGrp="1"/>
          </p:cNvSpPr>
          <p:nvPr>
            <p:ph type="subTitle" idx="3"/>
          </p:nvPr>
        </p:nvSpPr>
        <p:spPr>
          <a:xfrm>
            <a:off x="857151" y="1443509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CONTEXT</a:t>
            </a:r>
            <a:endParaRPr dirty="0"/>
          </a:p>
        </p:txBody>
      </p:sp>
      <p:sp>
        <p:nvSpPr>
          <p:cNvPr id="765" name="Google Shape;765;p33"/>
          <p:cNvSpPr/>
          <p:nvPr/>
        </p:nvSpPr>
        <p:spPr>
          <a:xfrm>
            <a:off x="4572000" y="1484459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933339" y="1139334"/>
            <a:ext cx="345150" cy="345125"/>
          </a:xfrm>
          <a:custGeom>
            <a:avLst/>
            <a:gdLst/>
            <a:ahLst/>
            <a:cxnLst/>
            <a:rect l="l" t="t" r="r" b="b"/>
            <a:pathLst>
              <a:path w="13806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 txBox="1">
            <a:spLocks noGrp="1"/>
          </p:cNvSpPr>
          <p:nvPr>
            <p:ph type="subTitle" idx="6"/>
          </p:nvPr>
        </p:nvSpPr>
        <p:spPr>
          <a:xfrm>
            <a:off x="1253224" y="2827725"/>
            <a:ext cx="3318775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UNAUTHORIZED COMMANDS</a:t>
            </a:r>
            <a:endParaRPr dirty="0"/>
          </a:p>
        </p:txBody>
      </p:sp>
      <p:sp>
        <p:nvSpPr>
          <p:cNvPr id="795" name="Google Shape;79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796" name="Google Shape;796;p35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Chlorine dosing setpoints can be altered to push concentrations outside the safe operating range</a:t>
            </a:r>
            <a:endParaRPr/>
          </a:p>
        </p:txBody>
      </p:sp>
      <p:sp>
        <p:nvSpPr>
          <p:cNvPr id="797" name="Google Shape;797;p35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readings can be falsified to hide an unsafe condition from operators</a:t>
            </a:r>
            <a:endParaRPr/>
          </a:p>
        </p:txBody>
      </p:sp>
      <p:sp>
        <p:nvSpPr>
          <p:cNvPr id="798" name="Google Shape;798;p35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Unauthorized commands can be injected directly into the PLC, bypassing normal control logic</a:t>
            </a:r>
            <a:endParaRPr/>
          </a:p>
        </p:txBody>
      </p:sp>
      <p:sp>
        <p:nvSpPr>
          <p:cNvPr id="799" name="Google Shape;799;p35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chlorination process can be disrupted directly, causing under or over-treatment of the water supply</a:t>
            </a:r>
            <a:endParaRPr dirty="0"/>
          </a:p>
        </p:txBody>
      </p:sp>
      <p:sp>
        <p:nvSpPr>
          <p:cNvPr id="800" name="Google Shape;800;p35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SETPOINT MANIPULATION</a:t>
            </a:r>
            <a:endParaRPr/>
          </a:p>
        </p:txBody>
      </p:sp>
      <p:sp>
        <p:nvSpPr>
          <p:cNvPr id="801" name="Google Shape;801;p35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FALSIFIED SENSOR DATA</a:t>
            </a:r>
            <a:endParaRPr dirty="0"/>
          </a:p>
        </p:txBody>
      </p:sp>
      <p:sp>
        <p:nvSpPr>
          <p:cNvPr id="802" name="Google Shape;802;p35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DISRUPTION</a:t>
            </a:r>
            <a:endParaRPr/>
          </a:p>
        </p:txBody>
      </p:sp>
      <p:grpSp>
        <p:nvGrpSpPr>
          <p:cNvPr id="803" name="Google Shape;803;p35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04" name="Google Shape;804;p35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09" name="Google Shape;809;p35"/>
          <p:cNvGrpSpPr/>
          <p:nvPr/>
        </p:nvGrpSpPr>
        <p:grpSpPr>
          <a:xfrm>
            <a:off x="4628575" y="2913438"/>
            <a:ext cx="345150" cy="345150"/>
            <a:chOff x="1696838" y="3797375"/>
            <a:chExt cx="345150" cy="345150"/>
          </a:xfrm>
        </p:grpSpPr>
        <p:sp>
          <p:nvSpPr>
            <p:cNvPr id="810" name="Google Shape;810;p35"/>
            <p:cNvSpPr/>
            <p:nvPr/>
          </p:nvSpPr>
          <p:spPr>
            <a:xfrm>
              <a:off x="1696838" y="3797375"/>
              <a:ext cx="345150" cy="345150"/>
            </a:xfrm>
            <a:custGeom>
              <a:avLst/>
              <a:gdLst/>
              <a:ahLst/>
              <a:cxnLst/>
              <a:rect l="l" t="t" r="r" b="b"/>
              <a:pathLst>
                <a:path w="13806" h="13806" extrusionOk="0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1959838" y="3891775"/>
              <a:ext cx="41475" cy="20225"/>
            </a:xfrm>
            <a:custGeom>
              <a:avLst/>
              <a:gdLst/>
              <a:ahLst/>
              <a:cxnLst/>
              <a:rect l="l" t="t" r="r" b="b"/>
              <a:pathLst>
                <a:path w="1659" h="809" extrusionOk="0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1952188" y="383807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1952188" y="3935650"/>
              <a:ext cx="40700" cy="30450"/>
            </a:xfrm>
            <a:custGeom>
              <a:avLst/>
              <a:gdLst/>
              <a:ahLst/>
              <a:cxnLst/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1737438" y="3891775"/>
              <a:ext cx="41550" cy="20225"/>
            </a:xfrm>
            <a:custGeom>
              <a:avLst/>
              <a:gdLst/>
              <a:ahLst/>
              <a:cxnLst/>
              <a:rect l="l" t="t" r="r" b="b"/>
              <a:pathLst>
                <a:path w="1662" h="809" extrusionOk="0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1745938" y="383807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1745938" y="3935650"/>
              <a:ext cx="40625" cy="30450"/>
            </a:xfrm>
            <a:custGeom>
              <a:avLst/>
              <a:gdLst/>
              <a:ahLst/>
              <a:cxnLst/>
              <a:rect l="l" t="t" r="r" b="b"/>
              <a:pathLst>
                <a:path w="1625" h="1218" extrusionOk="0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838188" y="2913425"/>
            <a:ext cx="305475" cy="345175"/>
            <a:chOff x="1017663" y="3243950"/>
            <a:chExt cx="305475" cy="345175"/>
          </a:xfrm>
        </p:grpSpPr>
        <p:sp>
          <p:nvSpPr>
            <p:cNvPr id="818" name="Google Shape;818;p35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22" name="Google Shape;822;p35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Methodology</a:t>
            </a:r>
            <a:endParaRPr sz="2600" b="0" dirty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60" name="Google Shape;960;p41"/>
          <p:cNvSpPr txBox="1"/>
          <p:nvPr/>
        </p:nvSpPr>
        <p:spPr>
          <a:xfrm>
            <a:off x="611581" y="12336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DATASET</a:t>
            </a:r>
            <a:endParaRPr sz="1600" dirty="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62" name="Google Shape;962;p41"/>
          <p:cNvSpPr txBox="1"/>
          <p:nvPr/>
        </p:nvSpPr>
        <p:spPr>
          <a:xfrm>
            <a:off x="116875" y="3404903"/>
            <a:ext cx="2502775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 DETECTION LAYER</a:t>
            </a:r>
            <a:endParaRPr sz="1600" dirty="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63" name="Google Shape;963;p41"/>
          <p:cNvSpPr txBox="1"/>
          <p:nvPr/>
        </p:nvSpPr>
        <p:spPr>
          <a:xfrm>
            <a:off x="6641225" y="1274325"/>
            <a:ext cx="2035262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CLOUD LAYER</a:t>
            </a:r>
            <a:endParaRPr sz="1600" dirty="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65" name="Google Shape;965;p41"/>
          <p:cNvSpPr txBox="1"/>
          <p:nvPr/>
        </p:nvSpPr>
        <p:spPr>
          <a:xfrm>
            <a:off x="664122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OUTCOME</a:t>
            </a: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66" name="Google Shape;966;p41"/>
          <p:cNvSpPr txBox="1"/>
          <p:nvPr/>
        </p:nvSpPr>
        <p:spPr>
          <a:xfrm>
            <a:off x="611581" y="1551825"/>
            <a:ext cx="2035262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SWaT testbed data: 11 days of operation, 36 labelled attack scenarios</a:t>
            </a:r>
            <a:endParaRPr sz="1200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8" name="Google Shape;968;p41"/>
          <p:cNvSpPr txBox="1"/>
          <p:nvPr/>
        </p:nvSpPr>
        <p:spPr>
          <a:xfrm>
            <a:off x="629772" y="3679250"/>
            <a:ext cx="2197119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ML model classifies traffic and process data as normal, suspicious, or attack before impact</a:t>
            </a:r>
            <a:endParaRPr sz="1200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9" name="Google Shape;969;p41"/>
          <p:cNvSpPr txBox="1"/>
          <p:nvPr/>
        </p:nvSpPr>
        <p:spPr>
          <a:xfrm>
            <a:off x="6641225" y="1556126"/>
            <a:ext cx="2035262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Real-time monitoring dashboard for chlorination status and alerts</a:t>
            </a:r>
            <a:endParaRPr sz="1200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1" name="Google Shape;971;p41"/>
          <p:cNvSpPr txBox="1"/>
          <p:nvPr/>
        </p:nvSpPr>
        <p:spPr>
          <a:xfrm>
            <a:off x="6641225" y="368677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Malicious setpoint changes flagged with low latency, low false positives</a:t>
            </a:r>
            <a:endParaRPr sz="1200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2" name="Google Shape;972;p41"/>
          <p:cNvSpPr/>
          <p:nvPr/>
        </p:nvSpPr>
        <p:spPr>
          <a:xfrm>
            <a:off x="3889991" y="1149143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41"/>
          <p:cNvGrpSpPr/>
          <p:nvPr/>
        </p:nvGrpSpPr>
        <p:grpSpPr>
          <a:xfrm>
            <a:off x="3817877" y="1147177"/>
            <a:ext cx="1551654" cy="3149588"/>
            <a:chOff x="5186401" y="494525"/>
            <a:chExt cx="1834973" cy="3724678"/>
          </a:xfrm>
        </p:grpSpPr>
        <p:sp>
          <p:nvSpPr>
            <p:cNvPr id="974" name="Google Shape;974;p41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7" name="Google Shape;977;p41"/>
          <p:cNvSpPr/>
          <p:nvPr/>
        </p:nvSpPr>
        <p:spPr>
          <a:xfrm>
            <a:off x="257897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1"/>
          <p:cNvSpPr/>
          <p:nvPr/>
        </p:nvSpPr>
        <p:spPr>
          <a:xfrm>
            <a:off x="257897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41"/>
          <p:cNvSpPr/>
          <p:nvPr/>
        </p:nvSpPr>
        <p:spPr>
          <a:xfrm>
            <a:off x="601632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41"/>
          <p:cNvSpPr/>
          <p:nvPr/>
        </p:nvSpPr>
        <p:spPr>
          <a:xfrm>
            <a:off x="601632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3" name="Google Shape;983;p41"/>
          <p:cNvCxnSpPr>
            <a:stCxn id="977" idx="3"/>
          </p:cNvCxnSpPr>
          <p:nvPr/>
        </p:nvCxnSpPr>
        <p:spPr>
          <a:xfrm>
            <a:off x="3127675" y="1548675"/>
            <a:ext cx="1052700" cy="48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5" name="Google Shape;985;p41"/>
          <p:cNvCxnSpPr>
            <a:stCxn id="979" idx="3"/>
          </p:cNvCxnSpPr>
          <p:nvPr/>
        </p:nvCxnSpPr>
        <p:spPr>
          <a:xfrm rot="10800000" flipH="1">
            <a:off x="3127675" y="3125150"/>
            <a:ext cx="1072500" cy="554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6" name="Google Shape;986;p41"/>
          <p:cNvCxnSpPr>
            <a:stCxn id="980" idx="1"/>
          </p:cNvCxnSpPr>
          <p:nvPr/>
        </p:nvCxnSpPr>
        <p:spPr>
          <a:xfrm flipH="1">
            <a:off x="4718525" y="1548675"/>
            <a:ext cx="1297800" cy="167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88" name="Google Shape;988;p41"/>
          <p:cNvCxnSpPr>
            <a:stCxn id="982" idx="1"/>
          </p:cNvCxnSpPr>
          <p:nvPr/>
        </p:nvCxnSpPr>
        <p:spPr>
          <a:xfrm rot="10800000">
            <a:off x="5164625" y="3249950"/>
            <a:ext cx="851700" cy="42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989" name="Google Shape;989;p41"/>
          <p:cNvGrpSpPr/>
          <p:nvPr/>
        </p:nvGrpSpPr>
        <p:grpSpPr>
          <a:xfrm>
            <a:off x="2681488" y="3506675"/>
            <a:ext cx="343675" cy="345150"/>
            <a:chOff x="6289363" y="3797375"/>
            <a:chExt cx="343675" cy="345150"/>
          </a:xfrm>
        </p:grpSpPr>
        <p:sp>
          <p:nvSpPr>
            <p:cNvPr id="990" name="Google Shape;990;p41"/>
            <p:cNvSpPr/>
            <p:nvPr/>
          </p:nvSpPr>
          <p:spPr>
            <a:xfrm>
              <a:off x="6289363" y="3797375"/>
              <a:ext cx="343675" cy="345150"/>
            </a:xfrm>
            <a:custGeom>
              <a:avLst/>
              <a:gdLst/>
              <a:ahLst/>
              <a:cxnLst/>
              <a:rect l="l" t="t" r="r" b="b"/>
              <a:pathLst>
                <a:path w="13747" h="13806" extrusionOk="0">
                  <a:moveTo>
                    <a:pt x="6874" y="809"/>
                  </a:moveTo>
                  <a:cubicBezTo>
                    <a:pt x="7552" y="809"/>
                    <a:pt x="8125" y="1263"/>
                    <a:pt x="8299" y="1883"/>
                  </a:cubicBezTo>
                  <a:lnTo>
                    <a:pt x="5448" y="1883"/>
                  </a:lnTo>
                  <a:cubicBezTo>
                    <a:pt x="5622" y="1263"/>
                    <a:pt x="6195" y="809"/>
                    <a:pt x="6874" y="809"/>
                  </a:cubicBezTo>
                  <a:close/>
                  <a:moveTo>
                    <a:pt x="5390" y="2691"/>
                  </a:moveTo>
                  <a:lnTo>
                    <a:pt x="5390" y="3496"/>
                  </a:lnTo>
                  <a:lnTo>
                    <a:pt x="4582" y="3496"/>
                  </a:lnTo>
                  <a:lnTo>
                    <a:pt x="4582" y="2691"/>
                  </a:lnTo>
                  <a:close/>
                  <a:moveTo>
                    <a:pt x="9165" y="2691"/>
                  </a:moveTo>
                  <a:lnTo>
                    <a:pt x="9165" y="3496"/>
                  </a:lnTo>
                  <a:lnTo>
                    <a:pt x="6195" y="3496"/>
                  </a:lnTo>
                  <a:lnTo>
                    <a:pt x="6195" y="2691"/>
                  </a:lnTo>
                  <a:close/>
                  <a:moveTo>
                    <a:pt x="8299" y="4315"/>
                  </a:moveTo>
                  <a:cubicBezTo>
                    <a:pt x="8125" y="4935"/>
                    <a:pt x="7552" y="5390"/>
                    <a:pt x="6874" y="5390"/>
                  </a:cubicBezTo>
                  <a:cubicBezTo>
                    <a:pt x="6195" y="5390"/>
                    <a:pt x="5622" y="4935"/>
                    <a:pt x="5448" y="4315"/>
                  </a:cubicBezTo>
                  <a:close/>
                  <a:moveTo>
                    <a:pt x="1614" y="4315"/>
                  </a:moveTo>
                  <a:lnTo>
                    <a:pt x="1614" y="6220"/>
                  </a:lnTo>
                  <a:cubicBezTo>
                    <a:pt x="1100" y="5917"/>
                    <a:pt x="808" y="5578"/>
                    <a:pt x="808" y="5261"/>
                  </a:cubicBezTo>
                  <a:cubicBezTo>
                    <a:pt x="808" y="4958"/>
                    <a:pt x="1100" y="4618"/>
                    <a:pt x="1614" y="4315"/>
                  </a:cubicBezTo>
                  <a:close/>
                  <a:moveTo>
                    <a:pt x="12133" y="4315"/>
                  </a:moveTo>
                  <a:cubicBezTo>
                    <a:pt x="12647" y="4618"/>
                    <a:pt x="12941" y="4958"/>
                    <a:pt x="12941" y="5261"/>
                  </a:cubicBezTo>
                  <a:cubicBezTo>
                    <a:pt x="12941" y="5578"/>
                    <a:pt x="12647" y="5917"/>
                    <a:pt x="12133" y="6220"/>
                  </a:cubicBezTo>
                  <a:lnTo>
                    <a:pt x="12133" y="4315"/>
                  </a:lnTo>
                  <a:close/>
                  <a:moveTo>
                    <a:pt x="8487" y="6198"/>
                  </a:moveTo>
                  <a:cubicBezTo>
                    <a:pt x="9084" y="6198"/>
                    <a:pt x="9631" y="6501"/>
                    <a:pt x="9948" y="6980"/>
                  </a:cubicBezTo>
                  <a:cubicBezTo>
                    <a:pt x="9025" y="7168"/>
                    <a:pt x="7973" y="7272"/>
                    <a:pt x="6874" y="7272"/>
                  </a:cubicBezTo>
                  <a:cubicBezTo>
                    <a:pt x="5774" y="7272"/>
                    <a:pt x="4722" y="7168"/>
                    <a:pt x="3799" y="6980"/>
                  </a:cubicBezTo>
                  <a:cubicBezTo>
                    <a:pt x="4116" y="6501"/>
                    <a:pt x="4666" y="6198"/>
                    <a:pt x="5260" y="6198"/>
                  </a:cubicBezTo>
                  <a:close/>
                  <a:moveTo>
                    <a:pt x="12941" y="6630"/>
                  </a:moveTo>
                  <a:lnTo>
                    <a:pt x="12941" y="10967"/>
                  </a:lnTo>
                  <a:cubicBezTo>
                    <a:pt x="12941" y="11421"/>
                    <a:pt x="12333" y="11923"/>
                    <a:pt x="11303" y="12311"/>
                  </a:cubicBezTo>
                  <a:cubicBezTo>
                    <a:pt x="10837" y="12484"/>
                    <a:pt x="10299" y="12625"/>
                    <a:pt x="9727" y="12743"/>
                  </a:cubicBezTo>
                  <a:lnTo>
                    <a:pt x="8837" y="11292"/>
                  </a:lnTo>
                  <a:cubicBezTo>
                    <a:pt x="8767" y="11177"/>
                    <a:pt x="8627" y="11107"/>
                    <a:pt x="8487" y="11107"/>
                  </a:cubicBezTo>
                  <a:lnTo>
                    <a:pt x="7364" y="11107"/>
                  </a:lnTo>
                  <a:lnTo>
                    <a:pt x="6139" y="9143"/>
                  </a:lnTo>
                  <a:cubicBezTo>
                    <a:pt x="6068" y="9026"/>
                    <a:pt x="5939" y="8944"/>
                    <a:pt x="5799" y="8944"/>
                  </a:cubicBezTo>
                  <a:cubicBezTo>
                    <a:pt x="5670" y="8944"/>
                    <a:pt x="5541" y="9014"/>
                    <a:pt x="5460" y="9132"/>
                  </a:cubicBezTo>
                  <a:lnTo>
                    <a:pt x="3179" y="12543"/>
                  </a:lnTo>
                  <a:cubicBezTo>
                    <a:pt x="2924" y="12473"/>
                    <a:pt x="2677" y="12392"/>
                    <a:pt x="2444" y="12311"/>
                  </a:cubicBezTo>
                  <a:cubicBezTo>
                    <a:pt x="1414" y="11923"/>
                    <a:pt x="808" y="11421"/>
                    <a:pt x="808" y="10967"/>
                  </a:cubicBezTo>
                  <a:lnTo>
                    <a:pt x="808" y="6630"/>
                  </a:lnTo>
                  <a:cubicBezTo>
                    <a:pt x="1159" y="6899"/>
                    <a:pt x="1602" y="7143"/>
                    <a:pt x="2152" y="7342"/>
                  </a:cubicBezTo>
                  <a:cubicBezTo>
                    <a:pt x="3426" y="7822"/>
                    <a:pt x="5098" y="8080"/>
                    <a:pt x="6874" y="8080"/>
                  </a:cubicBezTo>
                  <a:cubicBezTo>
                    <a:pt x="8649" y="8080"/>
                    <a:pt x="10321" y="7822"/>
                    <a:pt x="11595" y="7342"/>
                  </a:cubicBezTo>
                  <a:cubicBezTo>
                    <a:pt x="12145" y="7143"/>
                    <a:pt x="12591" y="6899"/>
                    <a:pt x="12941" y="6630"/>
                  </a:cubicBezTo>
                  <a:close/>
                  <a:moveTo>
                    <a:pt x="5788" y="10100"/>
                  </a:moveTo>
                  <a:lnTo>
                    <a:pt x="6803" y="11727"/>
                  </a:lnTo>
                  <a:cubicBezTo>
                    <a:pt x="6874" y="11842"/>
                    <a:pt x="7003" y="11912"/>
                    <a:pt x="7143" y="11912"/>
                  </a:cubicBezTo>
                  <a:lnTo>
                    <a:pt x="8265" y="11912"/>
                  </a:lnTo>
                  <a:lnTo>
                    <a:pt x="8860" y="12872"/>
                  </a:lnTo>
                  <a:cubicBezTo>
                    <a:pt x="8228" y="12953"/>
                    <a:pt x="7564" y="12989"/>
                    <a:pt x="6874" y="12989"/>
                  </a:cubicBezTo>
                  <a:cubicBezTo>
                    <a:pt x="5869" y="12989"/>
                    <a:pt x="4899" y="12905"/>
                    <a:pt x="4021" y="12743"/>
                  </a:cubicBezTo>
                  <a:lnTo>
                    <a:pt x="5788" y="10100"/>
                  </a:lnTo>
                  <a:close/>
                  <a:moveTo>
                    <a:pt x="6874" y="1"/>
                  </a:moveTo>
                  <a:cubicBezTo>
                    <a:pt x="5751" y="1"/>
                    <a:pt x="4817" y="809"/>
                    <a:pt x="4618" y="1883"/>
                  </a:cubicBezTo>
                  <a:lnTo>
                    <a:pt x="4175" y="1883"/>
                  </a:lnTo>
                  <a:cubicBezTo>
                    <a:pt x="3950" y="1883"/>
                    <a:pt x="3776" y="2060"/>
                    <a:pt x="3776" y="2293"/>
                  </a:cubicBezTo>
                  <a:lnTo>
                    <a:pt x="3776" y="3906"/>
                  </a:lnTo>
                  <a:cubicBezTo>
                    <a:pt x="3776" y="4127"/>
                    <a:pt x="3950" y="4315"/>
                    <a:pt x="4175" y="4315"/>
                  </a:cubicBezTo>
                  <a:lnTo>
                    <a:pt x="4618" y="4315"/>
                  </a:lnTo>
                  <a:cubicBezTo>
                    <a:pt x="4688" y="4714"/>
                    <a:pt x="4876" y="5087"/>
                    <a:pt x="5131" y="5390"/>
                  </a:cubicBezTo>
                  <a:cubicBezTo>
                    <a:pt x="4220" y="5438"/>
                    <a:pt x="3403" y="5962"/>
                    <a:pt x="2983" y="6770"/>
                  </a:cubicBezTo>
                  <a:cubicBezTo>
                    <a:pt x="2795" y="6711"/>
                    <a:pt x="2607" y="6652"/>
                    <a:pt x="2421" y="6582"/>
                  </a:cubicBezTo>
                  <a:lnTo>
                    <a:pt x="2421" y="3662"/>
                  </a:lnTo>
                  <a:cubicBezTo>
                    <a:pt x="2421" y="3566"/>
                    <a:pt x="2396" y="3474"/>
                    <a:pt x="2337" y="3392"/>
                  </a:cubicBezTo>
                  <a:cubicBezTo>
                    <a:pt x="2258" y="3295"/>
                    <a:pt x="2138" y="3243"/>
                    <a:pt x="2017" y="3243"/>
                  </a:cubicBezTo>
                  <a:cubicBezTo>
                    <a:pt x="1964" y="3243"/>
                    <a:pt x="1910" y="3253"/>
                    <a:pt x="1860" y="3275"/>
                  </a:cubicBezTo>
                  <a:cubicBezTo>
                    <a:pt x="329" y="3928"/>
                    <a:pt x="0" y="4714"/>
                    <a:pt x="0" y="5250"/>
                  </a:cubicBezTo>
                  <a:lnTo>
                    <a:pt x="0" y="10978"/>
                  </a:lnTo>
                  <a:cubicBezTo>
                    <a:pt x="0" y="11808"/>
                    <a:pt x="761" y="12555"/>
                    <a:pt x="2152" y="13071"/>
                  </a:cubicBezTo>
                  <a:cubicBezTo>
                    <a:pt x="3426" y="13550"/>
                    <a:pt x="5098" y="13806"/>
                    <a:pt x="6874" y="13806"/>
                  </a:cubicBezTo>
                  <a:cubicBezTo>
                    <a:pt x="8649" y="13806"/>
                    <a:pt x="10321" y="13550"/>
                    <a:pt x="11595" y="13071"/>
                  </a:cubicBezTo>
                  <a:cubicBezTo>
                    <a:pt x="12986" y="12555"/>
                    <a:pt x="13747" y="11808"/>
                    <a:pt x="13747" y="10978"/>
                  </a:cubicBezTo>
                  <a:lnTo>
                    <a:pt x="13747" y="5250"/>
                  </a:lnTo>
                  <a:cubicBezTo>
                    <a:pt x="13747" y="4714"/>
                    <a:pt x="13432" y="3928"/>
                    <a:pt x="11889" y="3275"/>
                  </a:cubicBezTo>
                  <a:cubicBezTo>
                    <a:pt x="11838" y="3253"/>
                    <a:pt x="11784" y="3243"/>
                    <a:pt x="11730" y="3243"/>
                  </a:cubicBezTo>
                  <a:cubicBezTo>
                    <a:pt x="11609" y="3243"/>
                    <a:pt x="11489" y="3295"/>
                    <a:pt x="11410" y="3392"/>
                  </a:cubicBezTo>
                  <a:cubicBezTo>
                    <a:pt x="11351" y="3474"/>
                    <a:pt x="11328" y="3566"/>
                    <a:pt x="11328" y="3662"/>
                  </a:cubicBezTo>
                  <a:lnTo>
                    <a:pt x="11328" y="6582"/>
                  </a:lnTo>
                  <a:cubicBezTo>
                    <a:pt x="11140" y="6652"/>
                    <a:pt x="10964" y="6711"/>
                    <a:pt x="10767" y="6770"/>
                  </a:cubicBezTo>
                  <a:cubicBezTo>
                    <a:pt x="10347" y="5962"/>
                    <a:pt x="9539" y="5438"/>
                    <a:pt x="8616" y="5390"/>
                  </a:cubicBezTo>
                  <a:cubicBezTo>
                    <a:pt x="8874" y="5087"/>
                    <a:pt x="9059" y="4714"/>
                    <a:pt x="9129" y="4315"/>
                  </a:cubicBezTo>
                  <a:lnTo>
                    <a:pt x="9575" y="4315"/>
                  </a:lnTo>
                  <a:cubicBezTo>
                    <a:pt x="9797" y="4315"/>
                    <a:pt x="9971" y="4127"/>
                    <a:pt x="9971" y="3906"/>
                  </a:cubicBezTo>
                  <a:lnTo>
                    <a:pt x="9971" y="2293"/>
                  </a:lnTo>
                  <a:cubicBezTo>
                    <a:pt x="9971" y="2060"/>
                    <a:pt x="9797" y="1883"/>
                    <a:pt x="9575" y="1883"/>
                  </a:cubicBezTo>
                  <a:lnTo>
                    <a:pt x="9129" y="1883"/>
                  </a:lnTo>
                  <a:cubicBezTo>
                    <a:pt x="8944" y="809"/>
                    <a:pt x="7996" y="1"/>
                    <a:pt x="6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6531888" y="4009250"/>
              <a:ext cx="60825" cy="60550"/>
            </a:xfrm>
            <a:custGeom>
              <a:avLst/>
              <a:gdLst/>
              <a:ahLst/>
              <a:cxnLst/>
              <a:rect l="l" t="t" r="r" b="b"/>
              <a:pathLst>
                <a:path w="2433" h="2422" extrusionOk="0">
                  <a:moveTo>
                    <a:pt x="1218" y="809"/>
                  </a:moveTo>
                  <a:cubicBezTo>
                    <a:pt x="1439" y="809"/>
                    <a:pt x="1627" y="983"/>
                    <a:pt x="1627" y="1204"/>
                  </a:cubicBezTo>
                  <a:cubicBezTo>
                    <a:pt x="1627" y="1440"/>
                    <a:pt x="1439" y="1614"/>
                    <a:pt x="1218" y="1614"/>
                  </a:cubicBezTo>
                  <a:cubicBezTo>
                    <a:pt x="996" y="1614"/>
                    <a:pt x="808" y="1440"/>
                    <a:pt x="808" y="1204"/>
                  </a:cubicBezTo>
                  <a:cubicBezTo>
                    <a:pt x="808" y="983"/>
                    <a:pt x="996" y="809"/>
                    <a:pt x="1218" y="809"/>
                  </a:cubicBezTo>
                  <a:close/>
                  <a:moveTo>
                    <a:pt x="1218" y="1"/>
                  </a:moveTo>
                  <a:cubicBezTo>
                    <a:pt x="550" y="1"/>
                    <a:pt x="0" y="539"/>
                    <a:pt x="0" y="1204"/>
                  </a:cubicBezTo>
                  <a:cubicBezTo>
                    <a:pt x="0" y="1883"/>
                    <a:pt x="550" y="2422"/>
                    <a:pt x="1218" y="2422"/>
                  </a:cubicBezTo>
                  <a:cubicBezTo>
                    <a:pt x="1883" y="2422"/>
                    <a:pt x="2432" y="1883"/>
                    <a:pt x="2432" y="1204"/>
                  </a:cubicBezTo>
                  <a:cubicBezTo>
                    <a:pt x="2432" y="539"/>
                    <a:pt x="1883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6328488" y="4012200"/>
              <a:ext cx="41550" cy="20500"/>
            </a:xfrm>
            <a:custGeom>
              <a:avLst/>
              <a:gdLst/>
              <a:ahLst/>
              <a:cxnLst/>
              <a:rect l="l" t="t" r="r" b="b"/>
              <a:pathLst>
                <a:path w="1662" h="820" extrusionOk="0">
                  <a:moveTo>
                    <a:pt x="436" y="0"/>
                  </a:moveTo>
                  <a:cubicBezTo>
                    <a:pt x="236" y="0"/>
                    <a:pt x="49" y="152"/>
                    <a:pt x="26" y="362"/>
                  </a:cubicBezTo>
                  <a:cubicBezTo>
                    <a:pt x="1" y="609"/>
                    <a:pt x="189" y="820"/>
                    <a:pt x="436" y="820"/>
                  </a:cubicBezTo>
                  <a:lnTo>
                    <a:pt x="1230" y="820"/>
                  </a:lnTo>
                  <a:cubicBezTo>
                    <a:pt x="1440" y="820"/>
                    <a:pt x="1614" y="654"/>
                    <a:pt x="1639" y="455"/>
                  </a:cubicBezTo>
                  <a:cubicBezTo>
                    <a:pt x="1662" y="211"/>
                    <a:pt x="1474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6328488" y="4052800"/>
              <a:ext cx="41550" cy="20225"/>
            </a:xfrm>
            <a:custGeom>
              <a:avLst/>
              <a:gdLst/>
              <a:ahLst/>
              <a:cxnLst/>
              <a:rect l="l" t="t" r="r" b="b"/>
              <a:pathLst>
                <a:path w="1662" h="809" extrusionOk="0">
                  <a:moveTo>
                    <a:pt x="436" y="1"/>
                  </a:moveTo>
                  <a:cubicBezTo>
                    <a:pt x="236" y="1"/>
                    <a:pt x="49" y="152"/>
                    <a:pt x="26" y="351"/>
                  </a:cubicBezTo>
                  <a:cubicBezTo>
                    <a:pt x="1" y="598"/>
                    <a:pt x="189" y="809"/>
                    <a:pt x="436" y="809"/>
                  </a:cubicBezTo>
                  <a:lnTo>
                    <a:pt x="1230" y="809"/>
                  </a:lnTo>
                  <a:cubicBezTo>
                    <a:pt x="1440" y="809"/>
                    <a:pt x="1614" y="654"/>
                    <a:pt x="1639" y="444"/>
                  </a:cubicBezTo>
                  <a:cubicBezTo>
                    <a:pt x="1662" y="200"/>
                    <a:pt x="1474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02" name="Google Shape;1002;p41"/>
          <p:cNvGrpSpPr/>
          <p:nvPr/>
        </p:nvGrpSpPr>
        <p:grpSpPr>
          <a:xfrm>
            <a:off x="6118138" y="3506675"/>
            <a:ext cx="345075" cy="345150"/>
            <a:chOff x="6269238" y="3243975"/>
            <a:chExt cx="345075" cy="345150"/>
          </a:xfrm>
        </p:grpSpPr>
        <p:sp>
          <p:nvSpPr>
            <p:cNvPr id="1003" name="Google Shape;1003;p41"/>
            <p:cNvSpPr/>
            <p:nvPr/>
          </p:nvSpPr>
          <p:spPr>
            <a:xfrm>
              <a:off x="6323588" y="3243975"/>
              <a:ext cx="235800" cy="345150"/>
            </a:xfrm>
            <a:custGeom>
              <a:avLst/>
              <a:gdLst/>
              <a:ahLst/>
              <a:cxnLst/>
              <a:rect l="l" t="t" r="r" b="b"/>
              <a:pathLst>
                <a:path w="9432" h="13806" extrusionOk="0">
                  <a:moveTo>
                    <a:pt x="4733" y="2991"/>
                  </a:moveTo>
                  <a:lnTo>
                    <a:pt x="4966" y="3507"/>
                  </a:lnTo>
                  <a:lnTo>
                    <a:pt x="4489" y="3507"/>
                  </a:lnTo>
                  <a:lnTo>
                    <a:pt x="4733" y="2991"/>
                  </a:lnTo>
                  <a:close/>
                  <a:moveTo>
                    <a:pt x="5342" y="4312"/>
                  </a:moveTo>
                  <a:lnTo>
                    <a:pt x="5715" y="5131"/>
                  </a:lnTo>
                  <a:lnTo>
                    <a:pt x="3740" y="5131"/>
                  </a:lnTo>
                  <a:lnTo>
                    <a:pt x="4113" y="4312"/>
                  </a:ln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6113"/>
                    <a:pt x="7900" y="7364"/>
                    <a:pt x="6744" y="8065"/>
                  </a:cubicBezTo>
                  <a:lnTo>
                    <a:pt x="6744" y="5529"/>
                  </a:lnTo>
                  <a:cubicBezTo>
                    <a:pt x="6744" y="5471"/>
                    <a:pt x="6733" y="5412"/>
                    <a:pt x="6708" y="5364"/>
                  </a:cubicBezTo>
                  <a:lnTo>
                    <a:pt x="5084" y="1857"/>
                  </a:lnTo>
                  <a:cubicBezTo>
                    <a:pt x="5014" y="1717"/>
                    <a:pt x="4873" y="1624"/>
                    <a:pt x="4722" y="1624"/>
                  </a:cubicBezTo>
                  <a:cubicBezTo>
                    <a:pt x="4559" y="1624"/>
                    <a:pt x="4419" y="1717"/>
                    <a:pt x="4349" y="1857"/>
                  </a:cubicBezTo>
                  <a:lnTo>
                    <a:pt x="2736" y="5364"/>
                  </a:lnTo>
                  <a:cubicBezTo>
                    <a:pt x="2710" y="5412"/>
                    <a:pt x="2699" y="5471"/>
                    <a:pt x="2699" y="5529"/>
                  </a:cubicBezTo>
                  <a:lnTo>
                    <a:pt x="2699" y="8065"/>
                  </a:lnTo>
                  <a:cubicBezTo>
                    <a:pt x="1529" y="7364"/>
                    <a:pt x="806" y="6113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4312" y="5936"/>
                  </a:moveTo>
                  <a:lnTo>
                    <a:pt x="4312" y="11384"/>
                  </a:lnTo>
                  <a:lnTo>
                    <a:pt x="3507" y="11384"/>
                  </a:lnTo>
                  <a:lnTo>
                    <a:pt x="3507" y="5936"/>
                  </a:lnTo>
                  <a:close/>
                  <a:moveTo>
                    <a:pt x="5937" y="5936"/>
                  </a:moveTo>
                  <a:lnTo>
                    <a:pt x="5937" y="11384"/>
                  </a:lnTo>
                  <a:lnTo>
                    <a:pt x="5120" y="11384"/>
                  </a:lnTo>
                  <a:lnTo>
                    <a:pt x="5120" y="5936"/>
                  </a:lnTo>
                  <a:close/>
                  <a:moveTo>
                    <a:pt x="5937" y="12192"/>
                  </a:moveTo>
                  <a:lnTo>
                    <a:pt x="5937" y="12599"/>
                  </a:lnTo>
                  <a:cubicBezTo>
                    <a:pt x="5937" y="12823"/>
                    <a:pt x="5751" y="12997"/>
                    <a:pt x="5527" y="12997"/>
                  </a:cubicBezTo>
                  <a:lnTo>
                    <a:pt x="3914" y="12997"/>
                  </a:lnTo>
                  <a:cubicBezTo>
                    <a:pt x="3681" y="12997"/>
                    <a:pt x="3507" y="12823"/>
                    <a:pt x="3507" y="12599"/>
                  </a:cubicBezTo>
                  <a:lnTo>
                    <a:pt x="3507" y="12192"/>
                  </a:lnTo>
                  <a:close/>
                  <a:moveTo>
                    <a:pt x="4722" y="0"/>
                  </a:moveTo>
                  <a:cubicBezTo>
                    <a:pt x="2116" y="0"/>
                    <a:pt x="0" y="2115"/>
                    <a:pt x="0" y="4721"/>
                  </a:cubicBezTo>
                  <a:cubicBezTo>
                    <a:pt x="0" y="5681"/>
                    <a:pt x="292" y="6604"/>
                    <a:pt x="828" y="7387"/>
                  </a:cubicBezTo>
                  <a:cubicBezTo>
                    <a:pt x="1297" y="8077"/>
                    <a:pt x="1939" y="8626"/>
                    <a:pt x="2699" y="8977"/>
                  </a:cubicBezTo>
                  <a:lnTo>
                    <a:pt x="2699" y="12599"/>
                  </a:lnTo>
                  <a:cubicBezTo>
                    <a:pt x="2699" y="13266"/>
                    <a:pt x="3238" y="13805"/>
                    <a:pt x="3914" y="13805"/>
                  </a:cubicBezTo>
                  <a:lnTo>
                    <a:pt x="5527" y="13805"/>
                  </a:lnTo>
                  <a:cubicBezTo>
                    <a:pt x="6195" y="13805"/>
                    <a:pt x="6744" y="13266"/>
                    <a:pt x="6744" y="12599"/>
                  </a:cubicBezTo>
                  <a:lnTo>
                    <a:pt x="6744" y="8977"/>
                  </a:lnTo>
                  <a:cubicBezTo>
                    <a:pt x="7491" y="8626"/>
                    <a:pt x="8136" y="8077"/>
                    <a:pt x="8613" y="7387"/>
                  </a:cubicBezTo>
                  <a:cubicBezTo>
                    <a:pt x="9151" y="6604"/>
                    <a:pt x="9432" y="5681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6573963" y="3351750"/>
              <a:ext cx="40350" cy="20525"/>
            </a:xfrm>
            <a:custGeom>
              <a:avLst/>
              <a:gdLst/>
              <a:ahLst/>
              <a:cxnLst/>
              <a:rect l="l" t="t" r="r" b="b"/>
              <a:pathLst>
                <a:path w="1614" h="821" extrusionOk="0">
                  <a:moveTo>
                    <a:pt x="399" y="1"/>
                  </a:moveTo>
                  <a:cubicBezTo>
                    <a:pt x="177" y="1"/>
                    <a:pt x="0" y="189"/>
                    <a:pt x="0" y="410"/>
                  </a:cubicBezTo>
                  <a:cubicBezTo>
                    <a:pt x="0" y="632"/>
                    <a:pt x="177" y="820"/>
                    <a:pt x="399" y="820"/>
                  </a:cubicBezTo>
                  <a:lnTo>
                    <a:pt x="1207" y="820"/>
                  </a:lnTo>
                  <a:cubicBezTo>
                    <a:pt x="1440" y="820"/>
                    <a:pt x="1614" y="632"/>
                    <a:pt x="1614" y="410"/>
                  </a:cubicBezTo>
                  <a:cubicBezTo>
                    <a:pt x="1614" y="189"/>
                    <a:pt x="1440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6565838" y="3284525"/>
              <a:ext cx="40625" cy="30275"/>
            </a:xfrm>
            <a:custGeom>
              <a:avLst/>
              <a:gdLst/>
              <a:ahLst/>
              <a:cxnLst/>
              <a:rect l="l" t="t" r="r" b="b"/>
              <a:pathLst>
                <a:path w="1625" h="1211" extrusionOk="0">
                  <a:moveTo>
                    <a:pt x="1150" y="0"/>
                  </a:moveTo>
                  <a:cubicBezTo>
                    <a:pt x="1084" y="0"/>
                    <a:pt x="1017" y="16"/>
                    <a:pt x="957" y="50"/>
                  </a:cubicBezTo>
                  <a:lnTo>
                    <a:pt x="255" y="457"/>
                  </a:lnTo>
                  <a:cubicBezTo>
                    <a:pt x="59" y="575"/>
                    <a:pt x="0" y="822"/>
                    <a:pt x="104" y="1007"/>
                  </a:cubicBezTo>
                  <a:cubicBezTo>
                    <a:pt x="183" y="1140"/>
                    <a:pt x="318" y="1211"/>
                    <a:pt x="459" y="1211"/>
                  </a:cubicBezTo>
                  <a:cubicBezTo>
                    <a:pt x="528" y="1211"/>
                    <a:pt x="599" y="1193"/>
                    <a:pt x="665" y="1158"/>
                  </a:cubicBezTo>
                  <a:lnTo>
                    <a:pt x="1355" y="751"/>
                  </a:lnTo>
                  <a:cubicBezTo>
                    <a:pt x="1554" y="645"/>
                    <a:pt x="1624" y="401"/>
                    <a:pt x="1507" y="202"/>
                  </a:cubicBezTo>
                  <a:cubicBezTo>
                    <a:pt x="1436" y="74"/>
                    <a:pt x="1293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6565838" y="34092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59" y="0"/>
                  </a:moveTo>
                  <a:cubicBezTo>
                    <a:pt x="318" y="0"/>
                    <a:pt x="183" y="71"/>
                    <a:pt x="104" y="204"/>
                  </a:cubicBezTo>
                  <a:cubicBezTo>
                    <a:pt x="0" y="392"/>
                    <a:pt x="59" y="636"/>
                    <a:pt x="255" y="754"/>
                  </a:cubicBezTo>
                  <a:lnTo>
                    <a:pt x="957" y="1164"/>
                  </a:lnTo>
                  <a:cubicBezTo>
                    <a:pt x="1018" y="1198"/>
                    <a:pt x="1087" y="1214"/>
                    <a:pt x="1155" y="1214"/>
                  </a:cubicBezTo>
                  <a:cubicBezTo>
                    <a:pt x="1297" y="1214"/>
                    <a:pt x="1437" y="1144"/>
                    <a:pt x="1507" y="1009"/>
                  </a:cubicBezTo>
                  <a:cubicBezTo>
                    <a:pt x="1624" y="813"/>
                    <a:pt x="1554" y="566"/>
                    <a:pt x="1355" y="462"/>
                  </a:cubicBezTo>
                  <a:lnTo>
                    <a:pt x="665" y="53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6269238" y="3351750"/>
              <a:ext cx="40625" cy="20525"/>
            </a:xfrm>
            <a:custGeom>
              <a:avLst/>
              <a:gdLst/>
              <a:ahLst/>
              <a:cxnLst/>
              <a:rect l="l" t="t" r="r" b="b"/>
              <a:pathLst>
                <a:path w="1625" h="821" extrusionOk="0">
                  <a:moveTo>
                    <a:pt x="407" y="1"/>
                  </a:moveTo>
                  <a:cubicBezTo>
                    <a:pt x="186" y="1"/>
                    <a:pt x="0" y="189"/>
                    <a:pt x="0" y="410"/>
                  </a:cubicBezTo>
                  <a:cubicBezTo>
                    <a:pt x="0" y="632"/>
                    <a:pt x="186" y="820"/>
                    <a:pt x="407" y="820"/>
                  </a:cubicBezTo>
                  <a:lnTo>
                    <a:pt x="1215" y="820"/>
                  </a:lnTo>
                  <a:cubicBezTo>
                    <a:pt x="1437" y="820"/>
                    <a:pt x="1625" y="632"/>
                    <a:pt x="1625" y="410"/>
                  </a:cubicBezTo>
                  <a:cubicBezTo>
                    <a:pt x="1625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6277363" y="3284525"/>
              <a:ext cx="40650" cy="30275"/>
            </a:xfrm>
            <a:custGeom>
              <a:avLst/>
              <a:gdLst/>
              <a:ahLst/>
              <a:cxnLst/>
              <a:rect l="l" t="t" r="r" b="b"/>
              <a:pathLst>
                <a:path w="1626" h="1211" extrusionOk="0">
                  <a:moveTo>
                    <a:pt x="466" y="0"/>
                  </a:moveTo>
                  <a:cubicBezTo>
                    <a:pt x="325" y="0"/>
                    <a:pt x="186" y="74"/>
                    <a:pt x="107" y="202"/>
                  </a:cubicBezTo>
                  <a:cubicBezTo>
                    <a:pt x="1" y="401"/>
                    <a:pt x="60" y="645"/>
                    <a:pt x="259" y="751"/>
                  </a:cubicBezTo>
                  <a:lnTo>
                    <a:pt x="960" y="1158"/>
                  </a:lnTo>
                  <a:cubicBezTo>
                    <a:pt x="1022" y="1193"/>
                    <a:pt x="1090" y="1211"/>
                    <a:pt x="1158" y="1211"/>
                  </a:cubicBezTo>
                  <a:cubicBezTo>
                    <a:pt x="1296" y="1211"/>
                    <a:pt x="1431" y="1140"/>
                    <a:pt x="1510" y="1007"/>
                  </a:cubicBezTo>
                  <a:cubicBezTo>
                    <a:pt x="1625" y="822"/>
                    <a:pt x="1555" y="575"/>
                    <a:pt x="1359" y="457"/>
                  </a:cubicBezTo>
                  <a:lnTo>
                    <a:pt x="657" y="50"/>
                  </a:lnTo>
                  <a:cubicBezTo>
                    <a:pt x="597" y="16"/>
                    <a:pt x="532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6277363" y="3409225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1158" y="0"/>
                  </a:moveTo>
                  <a:cubicBezTo>
                    <a:pt x="1090" y="0"/>
                    <a:pt x="1022" y="18"/>
                    <a:pt x="960" y="53"/>
                  </a:cubicBezTo>
                  <a:lnTo>
                    <a:pt x="259" y="462"/>
                  </a:lnTo>
                  <a:cubicBezTo>
                    <a:pt x="60" y="566"/>
                    <a:pt x="1" y="813"/>
                    <a:pt x="107" y="1009"/>
                  </a:cubicBezTo>
                  <a:cubicBezTo>
                    <a:pt x="185" y="1144"/>
                    <a:pt x="322" y="1214"/>
                    <a:pt x="461" y="1214"/>
                  </a:cubicBezTo>
                  <a:cubicBezTo>
                    <a:pt x="528" y="1214"/>
                    <a:pt x="596" y="1198"/>
                    <a:pt x="657" y="1164"/>
                  </a:cubicBezTo>
                  <a:lnTo>
                    <a:pt x="1359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1" y="71"/>
                    <a:pt x="1296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25" name="Google Shape;1025;p41"/>
          <p:cNvGrpSpPr/>
          <p:nvPr/>
        </p:nvGrpSpPr>
        <p:grpSpPr>
          <a:xfrm>
            <a:off x="6124688" y="1376275"/>
            <a:ext cx="331975" cy="344800"/>
            <a:chOff x="6285563" y="2681150"/>
            <a:chExt cx="331975" cy="344800"/>
          </a:xfrm>
        </p:grpSpPr>
        <p:sp>
          <p:nvSpPr>
            <p:cNvPr id="1026" name="Google Shape;1026;p41"/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28" name="Google Shape;1028;p41"/>
          <p:cNvGrpSpPr/>
          <p:nvPr/>
        </p:nvGrpSpPr>
        <p:grpSpPr>
          <a:xfrm>
            <a:off x="2680750" y="1376275"/>
            <a:ext cx="345150" cy="344800"/>
            <a:chOff x="5512088" y="2681150"/>
            <a:chExt cx="345150" cy="344800"/>
          </a:xfrm>
        </p:grpSpPr>
        <p:sp>
          <p:nvSpPr>
            <p:cNvPr id="1029" name="Google Shape;1029;p41"/>
            <p:cNvSpPr/>
            <p:nvPr/>
          </p:nvSpPr>
          <p:spPr>
            <a:xfrm>
              <a:off x="5512088" y="2681150"/>
              <a:ext cx="345150" cy="344800"/>
            </a:xfrm>
            <a:custGeom>
              <a:avLst/>
              <a:gdLst/>
              <a:ahLst/>
              <a:cxnLst/>
              <a:rect l="l" t="t" r="r" b="b"/>
              <a:pathLst>
                <a:path w="13806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5782663" y="2748350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5774438" y="2694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5774438" y="279220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3" name="Google Shape;1033;p41"/>
            <p:cNvSpPr/>
            <p:nvPr/>
          </p:nvSpPr>
          <p:spPr>
            <a:xfrm>
              <a:off x="5546513" y="2748350"/>
              <a:ext cx="40700" cy="20200"/>
            </a:xfrm>
            <a:custGeom>
              <a:avLst/>
              <a:gdLst/>
              <a:ahLst/>
              <a:cxnLst/>
              <a:rect l="l" t="t" r="r" b="b"/>
              <a:pathLst>
                <a:path w="1628" h="808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5554713" y="2694450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5554713" y="2792200"/>
              <a:ext cx="40650" cy="30350"/>
            </a:xfrm>
            <a:custGeom>
              <a:avLst/>
              <a:gdLst/>
              <a:ahLst/>
              <a:cxnLst/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</a:t>
            </a:r>
            <a:endParaRPr/>
          </a:p>
        </p:txBody>
      </p:sp>
      <p:sp>
        <p:nvSpPr>
          <p:cNvPr id="834" name="Google Shape;834;p36"/>
          <p:cNvSpPr txBox="1">
            <a:spLocks noGrp="1"/>
          </p:cNvSpPr>
          <p:nvPr>
            <p:ph type="subTitle" idx="1"/>
          </p:nvPr>
        </p:nvSpPr>
        <p:spPr>
          <a:xfrm>
            <a:off x="1001517" y="1957377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ICS / OT security, SCADA, PLC security, and network monitoring</a:t>
            </a:r>
            <a:endParaRPr dirty="0"/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2"/>
          </p:nvPr>
        </p:nvSpPr>
        <p:spPr>
          <a:xfrm>
            <a:off x="5899688" y="1943191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Anomaly detection, time-series analysis, and classification models</a:t>
            </a:r>
            <a:endParaRPr dirty="0"/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3"/>
          </p:nvPr>
        </p:nvSpPr>
        <p:spPr>
          <a:xfrm>
            <a:off x="929983" y="367291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/ Azure, Docker, and Kubernetes for scalable, resilient deployment</a:t>
            </a:r>
            <a:endParaRPr dirty="0"/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5897832" y="3632307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Actions / GitLab CI pipelines with integrated security gates</a:t>
            </a:r>
            <a:endParaRPr dirty="0"/>
          </a:p>
        </p:txBody>
      </p:sp>
      <p:sp>
        <p:nvSpPr>
          <p:cNvPr id="838" name="Google Shape;838;p36"/>
          <p:cNvSpPr txBox="1">
            <a:spLocks noGrp="1"/>
          </p:cNvSpPr>
          <p:nvPr>
            <p:ph type="subTitle" idx="7"/>
          </p:nvPr>
        </p:nvSpPr>
        <p:spPr>
          <a:xfrm>
            <a:off x="1009316" y="1623903"/>
            <a:ext cx="2339103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 / ICS SECURITY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subTitle" idx="8"/>
          </p:nvPr>
        </p:nvSpPr>
        <p:spPr>
          <a:xfrm>
            <a:off x="5903587" y="1609715"/>
            <a:ext cx="2231097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883892" y="3279239"/>
            <a:ext cx="2809852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CLOUD INFRASTRUCTURE</a:t>
            </a:r>
            <a:endParaRPr dirty="0"/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5903590" y="3295807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DEVOPS &amp; CI/CD</a:t>
            </a:r>
            <a:endParaRPr dirty="0"/>
          </a:p>
        </p:txBody>
      </p:sp>
      <p:grpSp>
        <p:nvGrpSpPr>
          <p:cNvPr id="846" name="Google Shape;846;p36"/>
          <p:cNvGrpSpPr/>
          <p:nvPr/>
        </p:nvGrpSpPr>
        <p:grpSpPr>
          <a:xfrm>
            <a:off x="5972545" y="2974145"/>
            <a:ext cx="345150" cy="345075"/>
            <a:chOff x="7036288" y="2118050"/>
            <a:chExt cx="345150" cy="345075"/>
          </a:xfrm>
        </p:grpSpPr>
        <p:sp>
          <p:nvSpPr>
            <p:cNvPr id="847" name="Google Shape;847;p36"/>
            <p:cNvSpPr/>
            <p:nvPr/>
          </p:nvSpPr>
          <p:spPr>
            <a:xfrm>
              <a:off x="7117838" y="2199825"/>
              <a:ext cx="181750" cy="181825"/>
            </a:xfrm>
            <a:custGeom>
              <a:avLst/>
              <a:gdLst/>
              <a:ahLst/>
              <a:cxnLst/>
              <a:rect l="l" t="t" r="r" b="b"/>
              <a:pathLst>
                <a:path w="7270" h="7273" extrusionOk="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7036288" y="2118050"/>
              <a:ext cx="345150" cy="345075"/>
            </a:xfrm>
            <a:custGeom>
              <a:avLst/>
              <a:gdLst/>
              <a:ahLst/>
              <a:cxnLst/>
              <a:rect l="l" t="t" r="r" b="b"/>
              <a:pathLst>
                <a:path w="13806" h="13803" extrusionOk="0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52" name="Google Shape;852;p36"/>
          <p:cNvSpPr/>
          <p:nvPr/>
        </p:nvSpPr>
        <p:spPr>
          <a:xfrm>
            <a:off x="999475" y="2950682"/>
            <a:ext cx="345150" cy="345075"/>
          </a:xfrm>
          <a:custGeom>
            <a:avLst/>
            <a:gdLst/>
            <a:ahLst/>
            <a:cxnLst/>
            <a:rect l="l" t="t" r="r" b="b"/>
            <a:pathLst>
              <a:path w="13806" h="13803" extrusionOk="0">
                <a:moveTo>
                  <a:pt x="4548" y="806"/>
                </a:moveTo>
                <a:cubicBezTo>
                  <a:pt x="4769" y="806"/>
                  <a:pt x="4946" y="983"/>
                  <a:pt x="4946" y="1204"/>
                </a:cubicBezTo>
                <a:cubicBezTo>
                  <a:pt x="4946" y="1437"/>
                  <a:pt x="4769" y="1614"/>
                  <a:pt x="4548" y="1614"/>
                </a:cubicBezTo>
                <a:cubicBezTo>
                  <a:pt x="4326" y="1614"/>
                  <a:pt x="4138" y="1437"/>
                  <a:pt x="4138" y="1204"/>
                </a:cubicBezTo>
                <a:cubicBezTo>
                  <a:pt x="4138" y="983"/>
                  <a:pt x="4326" y="806"/>
                  <a:pt x="4548" y="806"/>
                </a:cubicBezTo>
                <a:close/>
                <a:moveTo>
                  <a:pt x="9258" y="806"/>
                </a:moveTo>
                <a:cubicBezTo>
                  <a:pt x="9479" y="806"/>
                  <a:pt x="9667" y="983"/>
                  <a:pt x="9667" y="1204"/>
                </a:cubicBezTo>
                <a:cubicBezTo>
                  <a:pt x="9667" y="1437"/>
                  <a:pt x="9479" y="1614"/>
                  <a:pt x="9258" y="1614"/>
                </a:cubicBezTo>
                <a:cubicBezTo>
                  <a:pt x="9036" y="1614"/>
                  <a:pt x="8848" y="1437"/>
                  <a:pt x="8848" y="1204"/>
                </a:cubicBezTo>
                <a:cubicBezTo>
                  <a:pt x="8848" y="983"/>
                  <a:pt x="9036" y="806"/>
                  <a:pt x="9258" y="806"/>
                </a:cubicBezTo>
                <a:close/>
                <a:moveTo>
                  <a:pt x="1215" y="4139"/>
                </a:moveTo>
                <a:cubicBezTo>
                  <a:pt x="1439" y="4139"/>
                  <a:pt x="1613" y="4324"/>
                  <a:pt x="1613" y="4545"/>
                </a:cubicBezTo>
                <a:cubicBezTo>
                  <a:pt x="1613" y="4770"/>
                  <a:pt x="1439" y="4944"/>
                  <a:pt x="1215" y="4944"/>
                </a:cubicBezTo>
                <a:cubicBezTo>
                  <a:pt x="993" y="4944"/>
                  <a:pt x="808" y="4770"/>
                  <a:pt x="808" y="4545"/>
                </a:cubicBezTo>
                <a:cubicBezTo>
                  <a:pt x="808" y="4324"/>
                  <a:pt x="993" y="4139"/>
                  <a:pt x="1215" y="4139"/>
                </a:cubicBezTo>
                <a:close/>
                <a:moveTo>
                  <a:pt x="12590" y="4139"/>
                </a:moveTo>
                <a:cubicBezTo>
                  <a:pt x="12812" y="4139"/>
                  <a:pt x="12997" y="4324"/>
                  <a:pt x="12997" y="4545"/>
                </a:cubicBezTo>
                <a:cubicBezTo>
                  <a:pt x="12997" y="4770"/>
                  <a:pt x="12812" y="4944"/>
                  <a:pt x="12590" y="4944"/>
                </a:cubicBezTo>
                <a:cubicBezTo>
                  <a:pt x="12366" y="4944"/>
                  <a:pt x="12181" y="4770"/>
                  <a:pt x="12181" y="4545"/>
                </a:cubicBezTo>
                <a:cubicBezTo>
                  <a:pt x="12181" y="4324"/>
                  <a:pt x="12366" y="4139"/>
                  <a:pt x="12590" y="4139"/>
                </a:cubicBezTo>
                <a:close/>
                <a:moveTo>
                  <a:pt x="5832" y="4290"/>
                </a:moveTo>
                <a:lnTo>
                  <a:pt x="5832" y="4290"/>
                </a:lnTo>
                <a:cubicBezTo>
                  <a:pt x="5703" y="4615"/>
                  <a:pt x="5600" y="5014"/>
                  <a:pt x="5530" y="5423"/>
                </a:cubicBezTo>
                <a:lnTo>
                  <a:pt x="4489" y="5423"/>
                </a:lnTo>
                <a:cubicBezTo>
                  <a:pt x="4806" y="4921"/>
                  <a:pt x="5271" y="4523"/>
                  <a:pt x="5832" y="4290"/>
                </a:cubicBezTo>
                <a:close/>
                <a:moveTo>
                  <a:pt x="6896" y="4080"/>
                </a:moveTo>
                <a:cubicBezTo>
                  <a:pt x="6955" y="4113"/>
                  <a:pt x="7143" y="4290"/>
                  <a:pt x="7316" y="4851"/>
                </a:cubicBezTo>
                <a:cubicBezTo>
                  <a:pt x="7364" y="5025"/>
                  <a:pt x="7412" y="5224"/>
                  <a:pt x="7446" y="5423"/>
                </a:cubicBezTo>
                <a:lnTo>
                  <a:pt x="6360" y="5423"/>
                </a:lnTo>
                <a:cubicBezTo>
                  <a:pt x="6394" y="5224"/>
                  <a:pt x="6441" y="5025"/>
                  <a:pt x="6489" y="4851"/>
                </a:cubicBezTo>
                <a:cubicBezTo>
                  <a:pt x="6663" y="4290"/>
                  <a:pt x="6851" y="4113"/>
                  <a:pt x="6896" y="4080"/>
                </a:cubicBezTo>
                <a:close/>
                <a:moveTo>
                  <a:pt x="7973" y="4290"/>
                </a:moveTo>
                <a:lnTo>
                  <a:pt x="7973" y="4290"/>
                </a:lnTo>
                <a:cubicBezTo>
                  <a:pt x="8534" y="4523"/>
                  <a:pt x="9000" y="4921"/>
                  <a:pt x="9317" y="5423"/>
                </a:cubicBezTo>
                <a:lnTo>
                  <a:pt x="8265" y="5423"/>
                </a:lnTo>
                <a:cubicBezTo>
                  <a:pt x="8206" y="5014"/>
                  <a:pt x="8102" y="4615"/>
                  <a:pt x="7973" y="4290"/>
                </a:cubicBezTo>
                <a:close/>
                <a:moveTo>
                  <a:pt x="5437" y="6243"/>
                </a:moveTo>
                <a:cubicBezTo>
                  <a:pt x="5423" y="6464"/>
                  <a:pt x="5423" y="6686"/>
                  <a:pt x="5423" y="6907"/>
                </a:cubicBezTo>
                <a:cubicBezTo>
                  <a:pt x="5423" y="7129"/>
                  <a:pt x="5423" y="7365"/>
                  <a:pt x="5437" y="7586"/>
                </a:cubicBezTo>
                <a:lnTo>
                  <a:pt x="4149" y="7586"/>
                </a:lnTo>
                <a:cubicBezTo>
                  <a:pt x="4104" y="7376"/>
                  <a:pt x="4068" y="7140"/>
                  <a:pt x="4068" y="6907"/>
                </a:cubicBezTo>
                <a:cubicBezTo>
                  <a:pt x="4068" y="6675"/>
                  <a:pt x="4104" y="6453"/>
                  <a:pt x="4149" y="6243"/>
                </a:cubicBezTo>
                <a:close/>
                <a:moveTo>
                  <a:pt x="7552" y="6243"/>
                </a:moveTo>
                <a:cubicBezTo>
                  <a:pt x="7563" y="6453"/>
                  <a:pt x="7575" y="6686"/>
                  <a:pt x="7575" y="6907"/>
                </a:cubicBezTo>
                <a:cubicBezTo>
                  <a:pt x="7575" y="7140"/>
                  <a:pt x="7563" y="7365"/>
                  <a:pt x="7552" y="7586"/>
                </a:cubicBezTo>
                <a:lnTo>
                  <a:pt x="6253" y="7586"/>
                </a:lnTo>
                <a:cubicBezTo>
                  <a:pt x="6231" y="7365"/>
                  <a:pt x="6231" y="7140"/>
                  <a:pt x="6231" y="6907"/>
                </a:cubicBezTo>
                <a:cubicBezTo>
                  <a:pt x="6231" y="6686"/>
                  <a:pt x="6231" y="6453"/>
                  <a:pt x="6253" y="6243"/>
                </a:cubicBezTo>
                <a:close/>
                <a:moveTo>
                  <a:pt x="9656" y="6243"/>
                </a:moveTo>
                <a:cubicBezTo>
                  <a:pt x="9701" y="6453"/>
                  <a:pt x="9737" y="6675"/>
                  <a:pt x="9737" y="6907"/>
                </a:cubicBezTo>
                <a:cubicBezTo>
                  <a:pt x="9737" y="7140"/>
                  <a:pt x="9701" y="7376"/>
                  <a:pt x="9656" y="7586"/>
                </a:cubicBezTo>
                <a:lnTo>
                  <a:pt x="8357" y="7586"/>
                </a:lnTo>
                <a:cubicBezTo>
                  <a:pt x="8383" y="7365"/>
                  <a:pt x="8383" y="7129"/>
                  <a:pt x="8383" y="6907"/>
                </a:cubicBezTo>
                <a:cubicBezTo>
                  <a:pt x="8383" y="6686"/>
                  <a:pt x="8383" y="6464"/>
                  <a:pt x="8357" y="6243"/>
                </a:cubicBezTo>
                <a:close/>
                <a:moveTo>
                  <a:pt x="5530" y="8391"/>
                </a:moveTo>
                <a:cubicBezTo>
                  <a:pt x="5600" y="8812"/>
                  <a:pt x="5703" y="9199"/>
                  <a:pt x="5832" y="9539"/>
                </a:cubicBezTo>
                <a:cubicBezTo>
                  <a:pt x="5271" y="9303"/>
                  <a:pt x="4806" y="8908"/>
                  <a:pt x="4489" y="8391"/>
                </a:cubicBezTo>
                <a:close/>
                <a:moveTo>
                  <a:pt x="9317" y="8391"/>
                </a:moveTo>
                <a:cubicBezTo>
                  <a:pt x="9000" y="8908"/>
                  <a:pt x="8534" y="9303"/>
                  <a:pt x="7973" y="9539"/>
                </a:cubicBezTo>
                <a:cubicBezTo>
                  <a:pt x="8102" y="9199"/>
                  <a:pt x="8206" y="8812"/>
                  <a:pt x="8265" y="8391"/>
                </a:cubicBezTo>
                <a:close/>
                <a:moveTo>
                  <a:pt x="1215" y="8849"/>
                </a:moveTo>
                <a:cubicBezTo>
                  <a:pt x="1439" y="8849"/>
                  <a:pt x="1613" y="9034"/>
                  <a:pt x="1613" y="9258"/>
                </a:cubicBezTo>
                <a:cubicBezTo>
                  <a:pt x="1613" y="9480"/>
                  <a:pt x="1439" y="9654"/>
                  <a:pt x="1215" y="9654"/>
                </a:cubicBezTo>
                <a:cubicBezTo>
                  <a:pt x="993" y="9654"/>
                  <a:pt x="808" y="9480"/>
                  <a:pt x="808" y="9258"/>
                </a:cubicBezTo>
                <a:cubicBezTo>
                  <a:pt x="808" y="9034"/>
                  <a:pt x="993" y="8849"/>
                  <a:pt x="1215" y="8849"/>
                </a:cubicBezTo>
                <a:close/>
                <a:moveTo>
                  <a:pt x="12590" y="8849"/>
                </a:moveTo>
                <a:cubicBezTo>
                  <a:pt x="12812" y="8849"/>
                  <a:pt x="12997" y="9034"/>
                  <a:pt x="12997" y="9258"/>
                </a:cubicBezTo>
                <a:cubicBezTo>
                  <a:pt x="12997" y="9480"/>
                  <a:pt x="12812" y="9654"/>
                  <a:pt x="12590" y="9654"/>
                </a:cubicBezTo>
                <a:cubicBezTo>
                  <a:pt x="12366" y="9654"/>
                  <a:pt x="12181" y="9480"/>
                  <a:pt x="12181" y="9258"/>
                </a:cubicBezTo>
                <a:cubicBezTo>
                  <a:pt x="12181" y="9034"/>
                  <a:pt x="12366" y="8849"/>
                  <a:pt x="12590" y="8849"/>
                </a:cubicBezTo>
                <a:close/>
                <a:moveTo>
                  <a:pt x="7446" y="8391"/>
                </a:moveTo>
                <a:cubicBezTo>
                  <a:pt x="7412" y="8602"/>
                  <a:pt x="7364" y="8790"/>
                  <a:pt x="7316" y="8978"/>
                </a:cubicBezTo>
                <a:cubicBezTo>
                  <a:pt x="7143" y="9539"/>
                  <a:pt x="6955" y="9713"/>
                  <a:pt x="6896" y="9735"/>
                </a:cubicBezTo>
                <a:cubicBezTo>
                  <a:pt x="6851" y="9713"/>
                  <a:pt x="6663" y="9539"/>
                  <a:pt x="6489" y="8978"/>
                </a:cubicBezTo>
                <a:cubicBezTo>
                  <a:pt x="6441" y="8790"/>
                  <a:pt x="6394" y="8602"/>
                  <a:pt x="6360" y="8391"/>
                </a:cubicBezTo>
                <a:close/>
                <a:moveTo>
                  <a:pt x="4548" y="12179"/>
                </a:moveTo>
                <a:cubicBezTo>
                  <a:pt x="4769" y="12179"/>
                  <a:pt x="4946" y="12367"/>
                  <a:pt x="4946" y="12588"/>
                </a:cubicBezTo>
                <a:cubicBezTo>
                  <a:pt x="4946" y="12810"/>
                  <a:pt x="4769" y="12987"/>
                  <a:pt x="4548" y="12987"/>
                </a:cubicBezTo>
                <a:cubicBezTo>
                  <a:pt x="4326" y="12987"/>
                  <a:pt x="4138" y="12810"/>
                  <a:pt x="4138" y="12588"/>
                </a:cubicBezTo>
                <a:cubicBezTo>
                  <a:pt x="4138" y="12367"/>
                  <a:pt x="4326" y="12179"/>
                  <a:pt x="4548" y="12179"/>
                </a:cubicBezTo>
                <a:close/>
                <a:moveTo>
                  <a:pt x="9258" y="12179"/>
                </a:moveTo>
                <a:cubicBezTo>
                  <a:pt x="9479" y="12179"/>
                  <a:pt x="9667" y="12367"/>
                  <a:pt x="9667" y="12588"/>
                </a:cubicBezTo>
                <a:cubicBezTo>
                  <a:pt x="9667" y="12810"/>
                  <a:pt x="9479" y="12987"/>
                  <a:pt x="9258" y="12987"/>
                </a:cubicBezTo>
                <a:cubicBezTo>
                  <a:pt x="9036" y="12987"/>
                  <a:pt x="8848" y="12810"/>
                  <a:pt x="8848" y="12588"/>
                </a:cubicBezTo>
                <a:cubicBezTo>
                  <a:pt x="8848" y="12367"/>
                  <a:pt x="9036" y="12179"/>
                  <a:pt x="9258" y="12179"/>
                </a:cubicBezTo>
                <a:close/>
                <a:moveTo>
                  <a:pt x="4548" y="1"/>
                </a:moveTo>
                <a:cubicBezTo>
                  <a:pt x="3880" y="1"/>
                  <a:pt x="3333" y="537"/>
                  <a:pt x="3333" y="1204"/>
                </a:cubicBezTo>
                <a:cubicBezTo>
                  <a:pt x="3333" y="1880"/>
                  <a:pt x="3880" y="2419"/>
                  <a:pt x="4548" y="2419"/>
                </a:cubicBezTo>
                <a:lnTo>
                  <a:pt x="4607" y="2419"/>
                </a:lnTo>
                <a:lnTo>
                  <a:pt x="5142" y="3718"/>
                </a:lnTo>
                <a:cubicBezTo>
                  <a:pt x="4548" y="4043"/>
                  <a:pt x="4045" y="4534"/>
                  <a:pt x="3717" y="5143"/>
                </a:cubicBezTo>
                <a:lnTo>
                  <a:pt x="2421" y="4604"/>
                </a:lnTo>
                <a:cubicBezTo>
                  <a:pt x="2421" y="4582"/>
                  <a:pt x="2432" y="4559"/>
                  <a:pt x="2432" y="4545"/>
                </a:cubicBezTo>
                <a:cubicBezTo>
                  <a:pt x="2432" y="3869"/>
                  <a:pt x="1883" y="3331"/>
                  <a:pt x="1215" y="3331"/>
                </a:cubicBezTo>
                <a:cubicBezTo>
                  <a:pt x="539" y="3331"/>
                  <a:pt x="0" y="3869"/>
                  <a:pt x="0" y="4545"/>
                </a:cubicBezTo>
                <a:cubicBezTo>
                  <a:pt x="0" y="5213"/>
                  <a:pt x="539" y="5752"/>
                  <a:pt x="1215" y="5752"/>
                </a:cubicBezTo>
                <a:cubicBezTo>
                  <a:pt x="1566" y="5752"/>
                  <a:pt x="1894" y="5597"/>
                  <a:pt x="2115" y="5353"/>
                </a:cubicBezTo>
                <a:lnTo>
                  <a:pt x="3403" y="5892"/>
                </a:lnTo>
                <a:cubicBezTo>
                  <a:pt x="3308" y="6206"/>
                  <a:pt x="3263" y="6546"/>
                  <a:pt x="3263" y="6896"/>
                </a:cubicBezTo>
                <a:cubicBezTo>
                  <a:pt x="3263" y="7247"/>
                  <a:pt x="3308" y="7586"/>
                  <a:pt x="3403" y="7912"/>
                </a:cubicBezTo>
                <a:lnTo>
                  <a:pt x="2115" y="8439"/>
                </a:lnTo>
                <a:cubicBezTo>
                  <a:pt x="1894" y="8192"/>
                  <a:pt x="1566" y="8041"/>
                  <a:pt x="1215" y="8041"/>
                </a:cubicBezTo>
                <a:cubicBezTo>
                  <a:pt x="539" y="8041"/>
                  <a:pt x="0" y="8591"/>
                  <a:pt x="0" y="9258"/>
                </a:cubicBezTo>
                <a:cubicBezTo>
                  <a:pt x="0" y="9923"/>
                  <a:pt x="539" y="10473"/>
                  <a:pt x="1215" y="10473"/>
                </a:cubicBezTo>
                <a:cubicBezTo>
                  <a:pt x="1883" y="10473"/>
                  <a:pt x="2432" y="9923"/>
                  <a:pt x="2432" y="9258"/>
                </a:cubicBezTo>
                <a:cubicBezTo>
                  <a:pt x="2432" y="9233"/>
                  <a:pt x="2421" y="9211"/>
                  <a:pt x="2421" y="9188"/>
                </a:cubicBezTo>
                <a:lnTo>
                  <a:pt x="3717" y="8661"/>
                </a:lnTo>
                <a:cubicBezTo>
                  <a:pt x="4045" y="9258"/>
                  <a:pt x="4548" y="9749"/>
                  <a:pt x="5142" y="10086"/>
                </a:cubicBezTo>
                <a:lnTo>
                  <a:pt x="4607" y="11373"/>
                </a:lnTo>
                <a:lnTo>
                  <a:pt x="4548" y="11373"/>
                </a:lnTo>
                <a:cubicBezTo>
                  <a:pt x="3880" y="11373"/>
                  <a:pt x="3333" y="11923"/>
                  <a:pt x="3333" y="12588"/>
                </a:cubicBezTo>
                <a:cubicBezTo>
                  <a:pt x="3333" y="13256"/>
                  <a:pt x="3880" y="13803"/>
                  <a:pt x="4548" y="13803"/>
                </a:cubicBezTo>
                <a:cubicBezTo>
                  <a:pt x="5213" y="13803"/>
                  <a:pt x="5762" y="13256"/>
                  <a:pt x="5762" y="12588"/>
                </a:cubicBezTo>
                <a:cubicBezTo>
                  <a:pt x="5762" y="12226"/>
                  <a:pt x="5600" y="11909"/>
                  <a:pt x="5353" y="11688"/>
                </a:cubicBezTo>
                <a:lnTo>
                  <a:pt x="5891" y="10392"/>
                </a:lnTo>
                <a:cubicBezTo>
                  <a:pt x="6208" y="10484"/>
                  <a:pt x="6545" y="10543"/>
                  <a:pt x="6896" y="10543"/>
                </a:cubicBezTo>
                <a:cubicBezTo>
                  <a:pt x="7246" y="10543"/>
                  <a:pt x="7586" y="10484"/>
                  <a:pt x="7914" y="10392"/>
                </a:cubicBezTo>
                <a:lnTo>
                  <a:pt x="8453" y="11688"/>
                </a:lnTo>
                <a:cubicBezTo>
                  <a:pt x="8195" y="11909"/>
                  <a:pt x="8043" y="12226"/>
                  <a:pt x="8043" y="12588"/>
                </a:cubicBezTo>
                <a:cubicBezTo>
                  <a:pt x="8043" y="13256"/>
                  <a:pt x="8593" y="13803"/>
                  <a:pt x="9258" y="13803"/>
                </a:cubicBezTo>
                <a:cubicBezTo>
                  <a:pt x="9925" y="13803"/>
                  <a:pt x="10472" y="13256"/>
                  <a:pt x="10472" y="12588"/>
                </a:cubicBezTo>
                <a:cubicBezTo>
                  <a:pt x="10472" y="11923"/>
                  <a:pt x="9925" y="11373"/>
                  <a:pt x="9258" y="11373"/>
                </a:cubicBezTo>
                <a:lnTo>
                  <a:pt x="9199" y="11373"/>
                </a:lnTo>
                <a:lnTo>
                  <a:pt x="8663" y="10086"/>
                </a:lnTo>
                <a:cubicBezTo>
                  <a:pt x="9258" y="9749"/>
                  <a:pt x="9760" y="9258"/>
                  <a:pt x="10088" y="8661"/>
                </a:cubicBezTo>
                <a:lnTo>
                  <a:pt x="11373" y="9188"/>
                </a:lnTo>
                <a:lnTo>
                  <a:pt x="11373" y="9258"/>
                </a:lnTo>
                <a:cubicBezTo>
                  <a:pt x="11373" y="9923"/>
                  <a:pt x="11923" y="10473"/>
                  <a:pt x="12590" y="10473"/>
                </a:cubicBezTo>
                <a:cubicBezTo>
                  <a:pt x="13255" y="10473"/>
                  <a:pt x="13805" y="9923"/>
                  <a:pt x="13805" y="9258"/>
                </a:cubicBezTo>
                <a:cubicBezTo>
                  <a:pt x="13805" y="8591"/>
                  <a:pt x="13255" y="8041"/>
                  <a:pt x="12590" y="8041"/>
                </a:cubicBezTo>
                <a:cubicBezTo>
                  <a:pt x="12240" y="8041"/>
                  <a:pt x="11912" y="8192"/>
                  <a:pt x="11690" y="8439"/>
                </a:cubicBezTo>
                <a:lnTo>
                  <a:pt x="10402" y="7912"/>
                </a:lnTo>
                <a:cubicBezTo>
                  <a:pt x="10498" y="7586"/>
                  <a:pt x="10543" y="7247"/>
                  <a:pt x="10543" y="6896"/>
                </a:cubicBezTo>
                <a:cubicBezTo>
                  <a:pt x="10543" y="6546"/>
                  <a:pt x="10498" y="6206"/>
                  <a:pt x="10402" y="5892"/>
                </a:cubicBezTo>
                <a:lnTo>
                  <a:pt x="11690" y="5353"/>
                </a:lnTo>
                <a:cubicBezTo>
                  <a:pt x="11912" y="5597"/>
                  <a:pt x="12240" y="5752"/>
                  <a:pt x="12590" y="5752"/>
                </a:cubicBezTo>
                <a:cubicBezTo>
                  <a:pt x="13255" y="5752"/>
                  <a:pt x="13805" y="5213"/>
                  <a:pt x="13805" y="4545"/>
                </a:cubicBezTo>
                <a:cubicBezTo>
                  <a:pt x="13805" y="3869"/>
                  <a:pt x="13255" y="3331"/>
                  <a:pt x="12590" y="3331"/>
                </a:cubicBezTo>
                <a:cubicBezTo>
                  <a:pt x="11923" y="3331"/>
                  <a:pt x="11373" y="3869"/>
                  <a:pt x="11373" y="4545"/>
                </a:cubicBezTo>
                <a:lnTo>
                  <a:pt x="11373" y="4604"/>
                </a:lnTo>
                <a:lnTo>
                  <a:pt x="10088" y="5143"/>
                </a:lnTo>
                <a:cubicBezTo>
                  <a:pt x="9760" y="4534"/>
                  <a:pt x="9258" y="4043"/>
                  <a:pt x="8663" y="3718"/>
                </a:cubicBezTo>
                <a:lnTo>
                  <a:pt x="9199" y="2419"/>
                </a:lnTo>
                <a:lnTo>
                  <a:pt x="9258" y="2419"/>
                </a:lnTo>
                <a:cubicBezTo>
                  <a:pt x="9925" y="2419"/>
                  <a:pt x="10472" y="1880"/>
                  <a:pt x="10472" y="1204"/>
                </a:cubicBezTo>
                <a:cubicBezTo>
                  <a:pt x="10472" y="537"/>
                  <a:pt x="9925" y="1"/>
                  <a:pt x="9258" y="1"/>
                </a:cubicBezTo>
                <a:cubicBezTo>
                  <a:pt x="8593" y="1"/>
                  <a:pt x="8043" y="537"/>
                  <a:pt x="8043" y="1204"/>
                </a:cubicBezTo>
                <a:cubicBezTo>
                  <a:pt x="8043" y="1566"/>
                  <a:pt x="8195" y="1894"/>
                  <a:pt x="8453" y="2116"/>
                </a:cubicBezTo>
                <a:lnTo>
                  <a:pt x="7914" y="3401"/>
                </a:lnTo>
                <a:cubicBezTo>
                  <a:pt x="7586" y="3308"/>
                  <a:pt x="7246" y="3261"/>
                  <a:pt x="6896" y="3261"/>
                </a:cubicBezTo>
                <a:cubicBezTo>
                  <a:pt x="6545" y="3261"/>
                  <a:pt x="6208" y="3308"/>
                  <a:pt x="5891" y="3401"/>
                </a:cubicBezTo>
                <a:lnTo>
                  <a:pt x="5353" y="2116"/>
                </a:lnTo>
                <a:cubicBezTo>
                  <a:pt x="5600" y="1894"/>
                  <a:pt x="5762" y="1566"/>
                  <a:pt x="5762" y="1204"/>
                </a:cubicBezTo>
                <a:cubicBezTo>
                  <a:pt x="5762" y="537"/>
                  <a:pt x="5213" y="1"/>
                  <a:pt x="45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grpSp>
        <p:nvGrpSpPr>
          <p:cNvPr id="857" name="Google Shape;857;p36"/>
          <p:cNvGrpSpPr/>
          <p:nvPr/>
        </p:nvGrpSpPr>
        <p:grpSpPr>
          <a:xfrm>
            <a:off x="5969320" y="1278753"/>
            <a:ext cx="348375" cy="345150"/>
            <a:chOff x="7007038" y="1564575"/>
            <a:chExt cx="348375" cy="345150"/>
          </a:xfrm>
        </p:grpSpPr>
        <p:sp>
          <p:nvSpPr>
            <p:cNvPr id="858" name="Google Shape;858;p36"/>
            <p:cNvSpPr/>
            <p:nvPr/>
          </p:nvSpPr>
          <p:spPr>
            <a:xfrm>
              <a:off x="7007038" y="1762000"/>
              <a:ext cx="348375" cy="147725"/>
            </a:xfrm>
            <a:custGeom>
              <a:avLst/>
              <a:gdLst/>
              <a:ahLst/>
              <a:cxnLst/>
              <a:rect l="l" t="t" r="r" b="b"/>
              <a:pathLst>
                <a:path w="13935" h="5909" extrusionOk="0">
                  <a:moveTo>
                    <a:pt x="1942" y="1058"/>
                  </a:moveTo>
                  <a:lnTo>
                    <a:pt x="1942" y="5100"/>
                  </a:lnTo>
                  <a:lnTo>
                    <a:pt x="808" y="5100"/>
                  </a:lnTo>
                  <a:lnTo>
                    <a:pt x="808" y="1058"/>
                  </a:lnTo>
                  <a:close/>
                  <a:moveTo>
                    <a:pt x="12525" y="807"/>
                  </a:moveTo>
                  <a:cubicBezTo>
                    <a:pt x="12673" y="807"/>
                    <a:pt x="12818" y="880"/>
                    <a:pt x="12905" y="1010"/>
                  </a:cubicBezTo>
                  <a:cubicBezTo>
                    <a:pt x="13045" y="1198"/>
                    <a:pt x="13011" y="1453"/>
                    <a:pt x="12849" y="1605"/>
                  </a:cubicBezTo>
                  <a:lnTo>
                    <a:pt x="10018" y="4318"/>
                  </a:lnTo>
                  <a:cubicBezTo>
                    <a:pt x="9494" y="4820"/>
                    <a:pt x="8792" y="5100"/>
                    <a:pt x="8066" y="5100"/>
                  </a:cubicBezTo>
                  <a:lnTo>
                    <a:pt x="2750" y="5100"/>
                  </a:lnTo>
                  <a:lnTo>
                    <a:pt x="2750" y="1815"/>
                  </a:lnTo>
                  <a:lnTo>
                    <a:pt x="3274" y="1571"/>
                  </a:lnTo>
                  <a:cubicBezTo>
                    <a:pt x="3537" y="1450"/>
                    <a:pt x="3818" y="1391"/>
                    <a:pt x="4099" y="1391"/>
                  </a:cubicBezTo>
                  <a:cubicBezTo>
                    <a:pt x="4442" y="1391"/>
                    <a:pt x="4784" y="1480"/>
                    <a:pt x="5086" y="1653"/>
                  </a:cubicBezTo>
                  <a:cubicBezTo>
                    <a:pt x="5507" y="1899"/>
                    <a:pt x="5987" y="2026"/>
                    <a:pt x="6478" y="2026"/>
                  </a:cubicBezTo>
                  <a:lnTo>
                    <a:pt x="8416" y="2026"/>
                  </a:lnTo>
                  <a:cubicBezTo>
                    <a:pt x="8615" y="2026"/>
                    <a:pt x="8803" y="2166"/>
                    <a:pt x="8826" y="2376"/>
                  </a:cubicBezTo>
                  <a:cubicBezTo>
                    <a:pt x="8851" y="2612"/>
                    <a:pt x="8663" y="2811"/>
                    <a:pt x="8416" y="2811"/>
                  </a:cubicBezTo>
                  <a:lnTo>
                    <a:pt x="5821" y="2834"/>
                  </a:lnTo>
                  <a:cubicBezTo>
                    <a:pt x="5589" y="2834"/>
                    <a:pt x="5401" y="3033"/>
                    <a:pt x="5415" y="3254"/>
                  </a:cubicBezTo>
                  <a:cubicBezTo>
                    <a:pt x="5426" y="3476"/>
                    <a:pt x="5611" y="3639"/>
                    <a:pt x="5835" y="3639"/>
                  </a:cubicBezTo>
                  <a:lnTo>
                    <a:pt x="8416" y="3639"/>
                  </a:lnTo>
                  <a:cubicBezTo>
                    <a:pt x="8966" y="3639"/>
                    <a:pt x="9435" y="3277"/>
                    <a:pt x="9586" y="2763"/>
                  </a:cubicBezTo>
                  <a:lnTo>
                    <a:pt x="12262" y="892"/>
                  </a:lnTo>
                  <a:cubicBezTo>
                    <a:pt x="12342" y="835"/>
                    <a:pt x="12434" y="807"/>
                    <a:pt x="12525" y="807"/>
                  </a:cubicBezTo>
                  <a:close/>
                  <a:moveTo>
                    <a:pt x="12521" y="1"/>
                  </a:moveTo>
                  <a:cubicBezTo>
                    <a:pt x="12269" y="1"/>
                    <a:pt x="12017" y="74"/>
                    <a:pt x="11797" y="227"/>
                  </a:cubicBezTo>
                  <a:lnTo>
                    <a:pt x="9482" y="1852"/>
                  </a:lnTo>
                  <a:cubicBezTo>
                    <a:pt x="9283" y="1479"/>
                    <a:pt x="8874" y="1220"/>
                    <a:pt x="8416" y="1220"/>
                  </a:cubicBezTo>
                  <a:lnTo>
                    <a:pt x="6467" y="1220"/>
                  </a:lnTo>
                  <a:cubicBezTo>
                    <a:pt x="6127" y="1220"/>
                    <a:pt x="5788" y="1114"/>
                    <a:pt x="5496" y="940"/>
                  </a:cubicBezTo>
                  <a:cubicBezTo>
                    <a:pt x="5068" y="684"/>
                    <a:pt x="4587" y="554"/>
                    <a:pt x="4103" y="554"/>
                  </a:cubicBezTo>
                  <a:cubicBezTo>
                    <a:pt x="3702" y="554"/>
                    <a:pt x="3300" y="643"/>
                    <a:pt x="2923" y="822"/>
                  </a:cubicBezTo>
                  <a:lnTo>
                    <a:pt x="2750" y="903"/>
                  </a:lnTo>
                  <a:lnTo>
                    <a:pt x="2750" y="648"/>
                  </a:lnTo>
                  <a:cubicBezTo>
                    <a:pt x="2750" y="427"/>
                    <a:pt x="2573" y="250"/>
                    <a:pt x="2351" y="250"/>
                  </a:cubicBezTo>
                  <a:lnTo>
                    <a:pt x="410" y="250"/>
                  </a:lnTo>
                  <a:cubicBezTo>
                    <a:pt x="177" y="250"/>
                    <a:pt x="0" y="427"/>
                    <a:pt x="0" y="648"/>
                  </a:cubicBezTo>
                  <a:lnTo>
                    <a:pt x="0" y="5499"/>
                  </a:lnTo>
                  <a:cubicBezTo>
                    <a:pt x="0" y="5731"/>
                    <a:pt x="177" y="5908"/>
                    <a:pt x="410" y="5908"/>
                  </a:cubicBezTo>
                  <a:lnTo>
                    <a:pt x="8066" y="5908"/>
                  </a:lnTo>
                  <a:cubicBezTo>
                    <a:pt x="9003" y="5908"/>
                    <a:pt x="9889" y="5546"/>
                    <a:pt x="10579" y="4901"/>
                  </a:cubicBezTo>
                  <a:lnTo>
                    <a:pt x="13410" y="2191"/>
                  </a:lnTo>
                  <a:cubicBezTo>
                    <a:pt x="13864" y="1759"/>
                    <a:pt x="13934" y="1069"/>
                    <a:pt x="13572" y="542"/>
                  </a:cubicBezTo>
                  <a:cubicBezTo>
                    <a:pt x="13320" y="189"/>
                    <a:pt x="12923" y="1"/>
                    <a:pt x="1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7115188" y="1564575"/>
              <a:ext cx="155775" cy="208950"/>
            </a:xfrm>
            <a:custGeom>
              <a:avLst/>
              <a:gdLst/>
              <a:ahLst/>
              <a:cxnLst/>
              <a:rect l="l" t="t" r="r" b="b"/>
              <a:pathLst>
                <a:path w="6231" h="8358" extrusionOk="0">
                  <a:moveTo>
                    <a:pt x="3122" y="805"/>
                  </a:moveTo>
                  <a:cubicBezTo>
                    <a:pt x="4385" y="805"/>
                    <a:pt x="5412" y="1835"/>
                    <a:pt x="5412" y="3097"/>
                  </a:cubicBezTo>
                  <a:cubicBezTo>
                    <a:pt x="5412" y="3787"/>
                    <a:pt x="5109" y="4430"/>
                    <a:pt x="4570" y="4862"/>
                  </a:cubicBezTo>
                  <a:cubicBezTo>
                    <a:pt x="4231" y="5154"/>
                    <a:pt x="4009" y="5530"/>
                    <a:pt x="3928" y="5939"/>
                  </a:cubicBezTo>
                  <a:lnTo>
                    <a:pt x="3518" y="5939"/>
                  </a:lnTo>
                  <a:lnTo>
                    <a:pt x="3518" y="3810"/>
                  </a:lnTo>
                  <a:lnTo>
                    <a:pt x="4208" y="3120"/>
                  </a:lnTo>
                  <a:cubicBezTo>
                    <a:pt x="4348" y="2979"/>
                    <a:pt x="4371" y="2747"/>
                    <a:pt x="4245" y="2584"/>
                  </a:cubicBezTo>
                  <a:cubicBezTo>
                    <a:pt x="4163" y="2478"/>
                    <a:pt x="4045" y="2425"/>
                    <a:pt x="3926" y="2425"/>
                  </a:cubicBezTo>
                  <a:cubicBezTo>
                    <a:pt x="3822" y="2425"/>
                    <a:pt x="3717" y="2466"/>
                    <a:pt x="3636" y="2547"/>
                  </a:cubicBezTo>
                  <a:lnTo>
                    <a:pt x="3122" y="3075"/>
                  </a:lnTo>
                  <a:lnTo>
                    <a:pt x="2595" y="2547"/>
                  </a:lnTo>
                  <a:cubicBezTo>
                    <a:pt x="2514" y="2466"/>
                    <a:pt x="2409" y="2425"/>
                    <a:pt x="2305" y="2425"/>
                  </a:cubicBezTo>
                  <a:cubicBezTo>
                    <a:pt x="2186" y="2425"/>
                    <a:pt x="2068" y="2478"/>
                    <a:pt x="1986" y="2584"/>
                  </a:cubicBezTo>
                  <a:cubicBezTo>
                    <a:pt x="1860" y="2747"/>
                    <a:pt x="1883" y="2979"/>
                    <a:pt x="2034" y="3120"/>
                  </a:cubicBezTo>
                  <a:lnTo>
                    <a:pt x="2713" y="3810"/>
                  </a:lnTo>
                  <a:lnTo>
                    <a:pt x="2713" y="5939"/>
                  </a:lnTo>
                  <a:lnTo>
                    <a:pt x="2315" y="5939"/>
                  </a:lnTo>
                  <a:cubicBezTo>
                    <a:pt x="2233" y="5530"/>
                    <a:pt x="2000" y="5154"/>
                    <a:pt x="1661" y="4862"/>
                  </a:cubicBezTo>
                  <a:cubicBezTo>
                    <a:pt x="1133" y="4430"/>
                    <a:pt x="831" y="3787"/>
                    <a:pt x="831" y="3097"/>
                  </a:cubicBezTo>
                  <a:cubicBezTo>
                    <a:pt x="831" y="1835"/>
                    <a:pt x="1846" y="805"/>
                    <a:pt x="3122" y="805"/>
                  </a:cubicBezTo>
                  <a:close/>
                  <a:moveTo>
                    <a:pt x="3894" y="6744"/>
                  </a:moveTo>
                  <a:lnTo>
                    <a:pt x="3894" y="7412"/>
                  </a:lnTo>
                  <a:cubicBezTo>
                    <a:pt x="3894" y="7493"/>
                    <a:pt x="3835" y="7552"/>
                    <a:pt x="3765" y="7552"/>
                  </a:cubicBezTo>
                  <a:lnTo>
                    <a:pt x="2466" y="7552"/>
                  </a:lnTo>
                  <a:cubicBezTo>
                    <a:pt x="2396" y="7552"/>
                    <a:pt x="2337" y="7493"/>
                    <a:pt x="2337" y="7412"/>
                  </a:cubicBezTo>
                  <a:lnTo>
                    <a:pt x="2337" y="6744"/>
                  </a:lnTo>
                  <a:close/>
                  <a:moveTo>
                    <a:pt x="3122" y="0"/>
                  </a:moveTo>
                  <a:cubicBezTo>
                    <a:pt x="1403" y="0"/>
                    <a:pt x="0" y="1392"/>
                    <a:pt x="0" y="3097"/>
                  </a:cubicBezTo>
                  <a:cubicBezTo>
                    <a:pt x="0" y="4031"/>
                    <a:pt x="421" y="4898"/>
                    <a:pt x="1133" y="5493"/>
                  </a:cubicBezTo>
                  <a:cubicBezTo>
                    <a:pt x="1380" y="5692"/>
                    <a:pt x="1532" y="5973"/>
                    <a:pt x="1532" y="6264"/>
                  </a:cubicBezTo>
                  <a:lnTo>
                    <a:pt x="1532" y="7412"/>
                  </a:lnTo>
                  <a:cubicBezTo>
                    <a:pt x="1532" y="7936"/>
                    <a:pt x="1953" y="8357"/>
                    <a:pt x="2466" y="8357"/>
                  </a:cubicBezTo>
                  <a:lnTo>
                    <a:pt x="3765" y="8357"/>
                  </a:lnTo>
                  <a:cubicBezTo>
                    <a:pt x="4289" y="8357"/>
                    <a:pt x="4710" y="7936"/>
                    <a:pt x="4710" y="7412"/>
                  </a:cubicBezTo>
                  <a:lnTo>
                    <a:pt x="4710" y="6264"/>
                  </a:lnTo>
                  <a:cubicBezTo>
                    <a:pt x="4710" y="5973"/>
                    <a:pt x="4851" y="5692"/>
                    <a:pt x="5097" y="5493"/>
                  </a:cubicBezTo>
                  <a:cubicBezTo>
                    <a:pt x="5821" y="4898"/>
                    <a:pt x="6231" y="4031"/>
                    <a:pt x="6231" y="3097"/>
                  </a:cubicBezTo>
                  <a:cubicBezTo>
                    <a:pt x="6231" y="1392"/>
                    <a:pt x="4828" y="0"/>
                    <a:pt x="3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7291063" y="1632025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410" y="1"/>
                  </a:moveTo>
                  <a:cubicBezTo>
                    <a:pt x="178" y="1"/>
                    <a:pt x="1" y="178"/>
                    <a:pt x="1" y="399"/>
                  </a:cubicBezTo>
                  <a:cubicBezTo>
                    <a:pt x="1" y="621"/>
                    <a:pt x="178" y="809"/>
                    <a:pt x="410" y="809"/>
                  </a:cubicBezTo>
                  <a:lnTo>
                    <a:pt x="1218" y="809"/>
                  </a:lnTo>
                  <a:cubicBezTo>
                    <a:pt x="1440" y="809"/>
                    <a:pt x="1614" y="621"/>
                    <a:pt x="1614" y="399"/>
                  </a:cubicBezTo>
                  <a:cubicBezTo>
                    <a:pt x="1614" y="178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282938" y="15780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1" y="1"/>
                  </a:moveTo>
                  <a:cubicBezTo>
                    <a:pt x="1092" y="1"/>
                    <a:pt x="1022" y="18"/>
                    <a:pt x="957" y="56"/>
                  </a:cubicBezTo>
                  <a:lnTo>
                    <a:pt x="256" y="454"/>
                  </a:lnTo>
                  <a:cubicBezTo>
                    <a:pt x="71" y="572"/>
                    <a:pt x="0" y="816"/>
                    <a:pt x="115" y="1015"/>
                  </a:cubicBezTo>
                  <a:cubicBezTo>
                    <a:pt x="186" y="1141"/>
                    <a:pt x="318" y="1213"/>
                    <a:pt x="457" y="1213"/>
                  </a:cubicBezTo>
                  <a:cubicBezTo>
                    <a:pt x="527" y="1213"/>
                    <a:pt x="599" y="1195"/>
                    <a:pt x="665" y="1156"/>
                  </a:cubicBezTo>
                  <a:lnTo>
                    <a:pt x="1367" y="757"/>
                  </a:lnTo>
                  <a:cubicBezTo>
                    <a:pt x="1555" y="642"/>
                    <a:pt x="1625" y="395"/>
                    <a:pt x="1507" y="210"/>
                  </a:cubicBezTo>
                  <a:cubicBezTo>
                    <a:pt x="1437" y="76"/>
                    <a:pt x="1302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7282938" y="167577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0" y="1"/>
                  </a:moveTo>
                  <a:cubicBezTo>
                    <a:pt x="320" y="1"/>
                    <a:pt x="187" y="70"/>
                    <a:pt x="115" y="203"/>
                  </a:cubicBezTo>
                  <a:cubicBezTo>
                    <a:pt x="0" y="403"/>
                    <a:pt x="71" y="649"/>
                    <a:pt x="256" y="753"/>
                  </a:cubicBezTo>
                  <a:lnTo>
                    <a:pt x="957" y="1163"/>
                  </a:lnTo>
                  <a:cubicBezTo>
                    <a:pt x="1023" y="1197"/>
                    <a:pt x="1094" y="1214"/>
                    <a:pt x="1163" y="1214"/>
                  </a:cubicBezTo>
                  <a:cubicBezTo>
                    <a:pt x="1304" y="1214"/>
                    <a:pt x="1437" y="1145"/>
                    <a:pt x="1507" y="1011"/>
                  </a:cubicBezTo>
                  <a:cubicBezTo>
                    <a:pt x="1625" y="823"/>
                    <a:pt x="1555" y="565"/>
                    <a:pt x="1367" y="462"/>
                  </a:cubicBezTo>
                  <a:lnTo>
                    <a:pt x="665" y="52"/>
                  </a:lnTo>
                  <a:cubicBezTo>
                    <a:pt x="600" y="18"/>
                    <a:pt x="529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7055288" y="1632025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399" y="1"/>
                  </a:moveTo>
                  <a:cubicBezTo>
                    <a:pt x="174" y="1"/>
                    <a:pt x="0" y="178"/>
                    <a:pt x="0" y="399"/>
                  </a:cubicBezTo>
                  <a:cubicBezTo>
                    <a:pt x="0" y="621"/>
                    <a:pt x="174" y="809"/>
                    <a:pt x="399" y="809"/>
                  </a:cubicBezTo>
                  <a:lnTo>
                    <a:pt x="1204" y="809"/>
                  </a:lnTo>
                  <a:cubicBezTo>
                    <a:pt x="1437" y="809"/>
                    <a:pt x="1613" y="621"/>
                    <a:pt x="1613" y="399"/>
                  </a:cubicBezTo>
                  <a:cubicBezTo>
                    <a:pt x="1613" y="178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7063138" y="157805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65" y="1"/>
                  </a:moveTo>
                  <a:cubicBezTo>
                    <a:pt x="324" y="1"/>
                    <a:pt x="190" y="76"/>
                    <a:pt x="118" y="210"/>
                  </a:cubicBezTo>
                  <a:cubicBezTo>
                    <a:pt x="1" y="395"/>
                    <a:pt x="71" y="642"/>
                    <a:pt x="259" y="757"/>
                  </a:cubicBezTo>
                  <a:lnTo>
                    <a:pt x="960" y="1156"/>
                  </a:lnTo>
                  <a:cubicBezTo>
                    <a:pt x="1027" y="1195"/>
                    <a:pt x="1098" y="1213"/>
                    <a:pt x="1168" y="1213"/>
                  </a:cubicBezTo>
                  <a:cubicBezTo>
                    <a:pt x="1307" y="1213"/>
                    <a:pt x="1439" y="1141"/>
                    <a:pt x="1510" y="1015"/>
                  </a:cubicBezTo>
                  <a:cubicBezTo>
                    <a:pt x="1628" y="816"/>
                    <a:pt x="1558" y="572"/>
                    <a:pt x="1370" y="454"/>
                  </a:cubicBezTo>
                  <a:lnTo>
                    <a:pt x="668" y="56"/>
                  </a:lnTo>
                  <a:cubicBezTo>
                    <a:pt x="603" y="18"/>
                    <a:pt x="533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7063138" y="167577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1165" y="1"/>
                  </a:moveTo>
                  <a:cubicBezTo>
                    <a:pt x="1096" y="1"/>
                    <a:pt x="1026" y="18"/>
                    <a:pt x="960" y="52"/>
                  </a:cubicBezTo>
                  <a:lnTo>
                    <a:pt x="259" y="462"/>
                  </a:lnTo>
                  <a:cubicBezTo>
                    <a:pt x="71" y="565"/>
                    <a:pt x="1" y="823"/>
                    <a:pt x="118" y="1011"/>
                  </a:cubicBezTo>
                  <a:cubicBezTo>
                    <a:pt x="190" y="1145"/>
                    <a:pt x="323" y="1214"/>
                    <a:pt x="463" y="1214"/>
                  </a:cubicBezTo>
                  <a:cubicBezTo>
                    <a:pt x="532" y="1214"/>
                    <a:pt x="602" y="1197"/>
                    <a:pt x="668" y="1163"/>
                  </a:cubicBezTo>
                  <a:lnTo>
                    <a:pt x="1370" y="753"/>
                  </a:lnTo>
                  <a:cubicBezTo>
                    <a:pt x="1558" y="649"/>
                    <a:pt x="1628" y="403"/>
                    <a:pt x="1510" y="203"/>
                  </a:cubicBezTo>
                  <a:cubicBezTo>
                    <a:pt x="1438" y="70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66" name="Google Shape;866;p36"/>
          <p:cNvSpPr/>
          <p:nvPr/>
        </p:nvSpPr>
        <p:spPr>
          <a:xfrm>
            <a:off x="1074467" y="1293702"/>
            <a:ext cx="345150" cy="345150"/>
          </a:xfrm>
          <a:custGeom>
            <a:avLst/>
            <a:gdLst/>
            <a:ahLst/>
            <a:cxnLst/>
            <a:rect l="l" t="t" r="r" b="b"/>
            <a:pathLst>
              <a:path w="13806" h="13806" extrusionOk="0">
                <a:moveTo>
                  <a:pt x="2023" y="808"/>
                </a:moveTo>
                <a:cubicBezTo>
                  <a:pt x="2688" y="808"/>
                  <a:pt x="3238" y="1358"/>
                  <a:pt x="3238" y="2023"/>
                </a:cubicBezTo>
                <a:cubicBezTo>
                  <a:pt x="3238" y="2691"/>
                  <a:pt x="2688" y="3238"/>
                  <a:pt x="2023" y="3238"/>
                </a:cubicBezTo>
                <a:cubicBezTo>
                  <a:pt x="1355" y="3238"/>
                  <a:pt x="808" y="2691"/>
                  <a:pt x="808" y="2023"/>
                </a:cubicBezTo>
                <a:cubicBezTo>
                  <a:pt x="808" y="1358"/>
                  <a:pt x="1355" y="808"/>
                  <a:pt x="2023" y="808"/>
                </a:cubicBezTo>
                <a:close/>
                <a:moveTo>
                  <a:pt x="11783" y="808"/>
                </a:moveTo>
                <a:cubicBezTo>
                  <a:pt x="12450" y="808"/>
                  <a:pt x="12997" y="1358"/>
                  <a:pt x="12997" y="2023"/>
                </a:cubicBezTo>
                <a:cubicBezTo>
                  <a:pt x="12997" y="2691"/>
                  <a:pt x="12450" y="3238"/>
                  <a:pt x="11783" y="3238"/>
                </a:cubicBezTo>
                <a:cubicBezTo>
                  <a:pt x="11118" y="3238"/>
                  <a:pt x="10568" y="2691"/>
                  <a:pt x="10568" y="2023"/>
                </a:cubicBezTo>
                <a:cubicBezTo>
                  <a:pt x="10568" y="1358"/>
                  <a:pt x="11118" y="808"/>
                  <a:pt x="11783" y="808"/>
                </a:cubicBezTo>
                <a:close/>
                <a:moveTo>
                  <a:pt x="6896" y="5681"/>
                </a:moveTo>
                <a:cubicBezTo>
                  <a:pt x="7353" y="5681"/>
                  <a:pt x="7715" y="6043"/>
                  <a:pt x="7715" y="6500"/>
                </a:cubicBezTo>
                <a:cubicBezTo>
                  <a:pt x="7715" y="6944"/>
                  <a:pt x="7353" y="7305"/>
                  <a:pt x="6896" y="7305"/>
                </a:cubicBezTo>
                <a:cubicBezTo>
                  <a:pt x="6452" y="7305"/>
                  <a:pt x="6091" y="6944"/>
                  <a:pt x="6091" y="6500"/>
                </a:cubicBezTo>
                <a:cubicBezTo>
                  <a:pt x="6091" y="6043"/>
                  <a:pt x="6452" y="5681"/>
                  <a:pt x="6896" y="5681"/>
                </a:cubicBezTo>
                <a:close/>
                <a:moveTo>
                  <a:pt x="6896" y="4068"/>
                </a:moveTo>
                <a:cubicBezTo>
                  <a:pt x="8464" y="4068"/>
                  <a:pt x="9737" y="5342"/>
                  <a:pt x="9737" y="6899"/>
                </a:cubicBezTo>
                <a:cubicBezTo>
                  <a:pt x="9737" y="7471"/>
                  <a:pt x="9561" y="8007"/>
                  <a:pt x="9269" y="8453"/>
                </a:cubicBezTo>
                <a:cubicBezTo>
                  <a:pt x="9059" y="7996"/>
                  <a:pt x="8674" y="7634"/>
                  <a:pt x="8206" y="7446"/>
                </a:cubicBezTo>
                <a:cubicBezTo>
                  <a:pt x="8405" y="7179"/>
                  <a:pt x="8523" y="6851"/>
                  <a:pt x="8523" y="6500"/>
                </a:cubicBezTo>
                <a:cubicBezTo>
                  <a:pt x="8523" y="5600"/>
                  <a:pt x="7796" y="4876"/>
                  <a:pt x="6896" y="4876"/>
                </a:cubicBezTo>
                <a:cubicBezTo>
                  <a:pt x="6009" y="4876"/>
                  <a:pt x="5283" y="5600"/>
                  <a:pt x="5283" y="6500"/>
                </a:cubicBezTo>
                <a:cubicBezTo>
                  <a:pt x="5283" y="6851"/>
                  <a:pt x="5400" y="7179"/>
                  <a:pt x="5600" y="7446"/>
                </a:cubicBezTo>
                <a:cubicBezTo>
                  <a:pt x="5131" y="7634"/>
                  <a:pt x="4747" y="7996"/>
                  <a:pt x="4536" y="8453"/>
                </a:cubicBezTo>
                <a:cubicBezTo>
                  <a:pt x="4245" y="8007"/>
                  <a:pt x="4068" y="7471"/>
                  <a:pt x="4068" y="6899"/>
                </a:cubicBezTo>
                <a:cubicBezTo>
                  <a:pt x="4068" y="5342"/>
                  <a:pt x="5342" y="4068"/>
                  <a:pt x="6896" y="4068"/>
                </a:cubicBezTo>
                <a:close/>
                <a:moveTo>
                  <a:pt x="7457" y="8113"/>
                </a:moveTo>
                <a:cubicBezTo>
                  <a:pt x="8054" y="8113"/>
                  <a:pt x="8556" y="8557"/>
                  <a:pt x="8638" y="9129"/>
                </a:cubicBezTo>
                <a:cubicBezTo>
                  <a:pt x="8158" y="9505"/>
                  <a:pt x="7552" y="9726"/>
                  <a:pt x="6896" y="9726"/>
                </a:cubicBezTo>
                <a:cubicBezTo>
                  <a:pt x="6242" y="9726"/>
                  <a:pt x="5647" y="9505"/>
                  <a:pt x="5168" y="9129"/>
                </a:cubicBezTo>
                <a:cubicBezTo>
                  <a:pt x="5249" y="8557"/>
                  <a:pt x="5740" y="8113"/>
                  <a:pt x="6349" y="8113"/>
                </a:cubicBezTo>
                <a:close/>
                <a:moveTo>
                  <a:pt x="2023" y="10568"/>
                </a:moveTo>
                <a:cubicBezTo>
                  <a:pt x="2688" y="10568"/>
                  <a:pt x="3238" y="11107"/>
                  <a:pt x="3238" y="11783"/>
                </a:cubicBezTo>
                <a:cubicBezTo>
                  <a:pt x="3238" y="12450"/>
                  <a:pt x="2688" y="13000"/>
                  <a:pt x="2023" y="13000"/>
                </a:cubicBezTo>
                <a:cubicBezTo>
                  <a:pt x="1355" y="13000"/>
                  <a:pt x="808" y="12450"/>
                  <a:pt x="808" y="11783"/>
                </a:cubicBezTo>
                <a:cubicBezTo>
                  <a:pt x="808" y="11107"/>
                  <a:pt x="1355" y="10568"/>
                  <a:pt x="2023" y="10568"/>
                </a:cubicBezTo>
                <a:close/>
                <a:moveTo>
                  <a:pt x="11783" y="10568"/>
                </a:moveTo>
                <a:cubicBezTo>
                  <a:pt x="12450" y="10568"/>
                  <a:pt x="12997" y="11107"/>
                  <a:pt x="12997" y="11783"/>
                </a:cubicBezTo>
                <a:cubicBezTo>
                  <a:pt x="12997" y="12450"/>
                  <a:pt x="12450" y="13000"/>
                  <a:pt x="11783" y="13000"/>
                </a:cubicBezTo>
                <a:cubicBezTo>
                  <a:pt x="11118" y="13000"/>
                  <a:pt x="10568" y="12450"/>
                  <a:pt x="10568" y="11783"/>
                </a:cubicBezTo>
                <a:cubicBezTo>
                  <a:pt x="10568" y="11107"/>
                  <a:pt x="11118" y="10568"/>
                  <a:pt x="11783" y="10568"/>
                </a:cubicBezTo>
                <a:close/>
                <a:moveTo>
                  <a:pt x="2023" y="0"/>
                </a:moveTo>
                <a:cubicBezTo>
                  <a:pt x="912" y="0"/>
                  <a:pt x="0" y="901"/>
                  <a:pt x="0" y="2023"/>
                </a:cubicBezTo>
                <a:cubicBezTo>
                  <a:pt x="0" y="3134"/>
                  <a:pt x="912" y="4046"/>
                  <a:pt x="2023" y="4046"/>
                </a:cubicBezTo>
                <a:cubicBezTo>
                  <a:pt x="2432" y="4046"/>
                  <a:pt x="2817" y="3917"/>
                  <a:pt x="3134" y="3706"/>
                </a:cubicBezTo>
                <a:lnTo>
                  <a:pt x="4057" y="4629"/>
                </a:lnTo>
                <a:cubicBezTo>
                  <a:pt x="3566" y="5249"/>
                  <a:pt x="3263" y="6043"/>
                  <a:pt x="3263" y="6899"/>
                </a:cubicBezTo>
                <a:cubicBezTo>
                  <a:pt x="3263" y="7763"/>
                  <a:pt x="3566" y="8545"/>
                  <a:pt x="4057" y="9165"/>
                </a:cubicBezTo>
                <a:lnTo>
                  <a:pt x="3134" y="10088"/>
                </a:lnTo>
                <a:cubicBezTo>
                  <a:pt x="2817" y="9878"/>
                  <a:pt x="2432" y="9760"/>
                  <a:pt x="2023" y="9760"/>
                </a:cubicBezTo>
                <a:cubicBezTo>
                  <a:pt x="912" y="9760"/>
                  <a:pt x="0" y="10661"/>
                  <a:pt x="0" y="11783"/>
                </a:cubicBezTo>
                <a:cubicBezTo>
                  <a:pt x="0" y="12894"/>
                  <a:pt x="912" y="13805"/>
                  <a:pt x="2023" y="13805"/>
                </a:cubicBezTo>
                <a:cubicBezTo>
                  <a:pt x="3134" y="13805"/>
                  <a:pt x="4045" y="12894"/>
                  <a:pt x="4045" y="11783"/>
                </a:cubicBezTo>
                <a:cubicBezTo>
                  <a:pt x="4045" y="11373"/>
                  <a:pt x="3916" y="10989"/>
                  <a:pt x="3706" y="10661"/>
                </a:cubicBezTo>
                <a:lnTo>
                  <a:pt x="4629" y="9738"/>
                </a:lnTo>
                <a:cubicBezTo>
                  <a:pt x="5249" y="10240"/>
                  <a:pt x="6043" y="10546"/>
                  <a:pt x="6896" y="10546"/>
                </a:cubicBezTo>
                <a:cubicBezTo>
                  <a:pt x="7763" y="10546"/>
                  <a:pt x="8545" y="10240"/>
                  <a:pt x="9176" y="9738"/>
                </a:cubicBezTo>
                <a:lnTo>
                  <a:pt x="10099" y="10661"/>
                </a:lnTo>
                <a:cubicBezTo>
                  <a:pt x="9878" y="10989"/>
                  <a:pt x="9760" y="11373"/>
                  <a:pt x="9760" y="11783"/>
                </a:cubicBezTo>
                <a:cubicBezTo>
                  <a:pt x="9760" y="12894"/>
                  <a:pt x="10660" y="13805"/>
                  <a:pt x="11783" y="13805"/>
                </a:cubicBezTo>
                <a:cubicBezTo>
                  <a:pt x="12893" y="13805"/>
                  <a:pt x="13805" y="12894"/>
                  <a:pt x="13805" y="11783"/>
                </a:cubicBezTo>
                <a:cubicBezTo>
                  <a:pt x="13805" y="10661"/>
                  <a:pt x="12893" y="9760"/>
                  <a:pt x="11783" y="9760"/>
                </a:cubicBezTo>
                <a:cubicBezTo>
                  <a:pt x="11373" y="9760"/>
                  <a:pt x="10989" y="9878"/>
                  <a:pt x="10672" y="10088"/>
                </a:cubicBezTo>
                <a:lnTo>
                  <a:pt x="9749" y="9165"/>
                </a:lnTo>
                <a:cubicBezTo>
                  <a:pt x="10240" y="8545"/>
                  <a:pt x="10543" y="7763"/>
                  <a:pt x="10543" y="6899"/>
                </a:cubicBezTo>
                <a:cubicBezTo>
                  <a:pt x="10543" y="6043"/>
                  <a:pt x="10240" y="5249"/>
                  <a:pt x="9749" y="4629"/>
                </a:cubicBezTo>
                <a:lnTo>
                  <a:pt x="10672" y="3706"/>
                </a:lnTo>
                <a:cubicBezTo>
                  <a:pt x="10989" y="3917"/>
                  <a:pt x="11373" y="4046"/>
                  <a:pt x="11783" y="4046"/>
                </a:cubicBezTo>
                <a:cubicBezTo>
                  <a:pt x="12893" y="4046"/>
                  <a:pt x="13805" y="3134"/>
                  <a:pt x="13805" y="2023"/>
                </a:cubicBezTo>
                <a:cubicBezTo>
                  <a:pt x="13805" y="901"/>
                  <a:pt x="12893" y="0"/>
                  <a:pt x="11783" y="0"/>
                </a:cubicBezTo>
                <a:cubicBezTo>
                  <a:pt x="10660" y="0"/>
                  <a:pt x="9760" y="901"/>
                  <a:pt x="9760" y="2023"/>
                </a:cubicBezTo>
                <a:cubicBezTo>
                  <a:pt x="9760" y="2433"/>
                  <a:pt x="9878" y="2817"/>
                  <a:pt x="10099" y="3134"/>
                </a:cubicBezTo>
                <a:lnTo>
                  <a:pt x="9176" y="4057"/>
                </a:lnTo>
                <a:cubicBezTo>
                  <a:pt x="8545" y="3555"/>
                  <a:pt x="7763" y="3263"/>
                  <a:pt x="6896" y="3263"/>
                </a:cubicBezTo>
                <a:cubicBezTo>
                  <a:pt x="6043" y="3263"/>
                  <a:pt x="5249" y="3555"/>
                  <a:pt x="4629" y="4057"/>
                </a:cubicBezTo>
                <a:lnTo>
                  <a:pt x="3706" y="3134"/>
                </a:lnTo>
                <a:cubicBezTo>
                  <a:pt x="3916" y="2817"/>
                  <a:pt x="4045" y="2433"/>
                  <a:pt x="4045" y="2023"/>
                </a:cubicBezTo>
                <a:cubicBezTo>
                  <a:pt x="4045" y="901"/>
                  <a:pt x="3134" y="0"/>
                  <a:pt x="20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/>
          <p:cNvSpPr txBox="1">
            <a:spLocks noGrp="1"/>
          </p:cNvSpPr>
          <p:nvPr>
            <p:ph type="title"/>
          </p:nvPr>
        </p:nvSpPr>
        <p:spPr>
          <a:xfrm>
            <a:off x="1782650" y="624239"/>
            <a:ext cx="5599786" cy="6278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DELIVERABLES</a:t>
            </a:r>
            <a:endParaRPr dirty="0"/>
          </a:p>
        </p:txBody>
      </p:sp>
      <p:sp>
        <p:nvSpPr>
          <p:cNvPr id="731" name="Google Shape;731;p31"/>
          <p:cNvSpPr txBox="1">
            <a:spLocks noGrp="1"/>
          </p:cNvSpPr>
          <p:nvPr>
            <p:ph type="subTitle" idx="1"/>
          </p:nvPr>
        </p:nvSpPr>
        <p:spPr>
          <a:xfrm>
            <a:off x="1509197" y="1703761"/>
            <a:ext cx="7166368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project delivers the following, demonstrated live on the SWaT dataset:</a:t>
            </a:r>
            <a:endParaRPr dirty="0"/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" dirty="0"/>
              <a:t>SWaT dataset analysis report covering normal behavior and all 36 attack scenarios</a:t>
            </a:r>
            <a:endParaRPr dirty="0"/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" dirty="0"/>
              <a:t>Trained anomaly detection model with documented F1, detection rate, and false-positive rate</a:t>
            </a:r>
            <a:endParaRPr dirty="0"/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" dirty="0"/>
              <a:t>Cloud-hosted security monitoring platform with a real-time dashboard</a:t>
            </a:r>
            <a:endParaRPr dirty="0"/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" dirty="0"/>
              <a:t>Automated CI/CD pipeline with integrated security gates and scanning reports</a:t>
            </a:r>
            <a:endParaRPr dirty="0"/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" dirty="0"/>
              <a:t>Technical documentation, architecture description, and final live-attack demonstration</a:t>
            </a:r>
            <a:endParaRPr dirty="0"/>
          </a:p>
        </p:txBody>
      </p:sp>
      <p:sp>
        <p:nvSpPr>
          <p:cNvPr id="734" name="Google Shape;734;p31"/>
          <p:cNvSpPr/>
          <p:nvPr/>
        </p:nvSpPr>
        <p:spPr>
          <a:xfrm rot="-5400000">
            <a:off x="1493785" y="839535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latin typeface="Raleway Black"/>
                <a:ea typeface="Raleway Black"/>
                <a:cs typeface="Raleway Black"/>
                <a:sym typeface="Raleway Black"/>
              </a:rPr>
              <a:t>PROJECT TIMELINE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41" name="Google Shape;1041;p42"/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33005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2"/>
          <p:cNvSpPr/>
          <p:nvPr/>
        </p:nvSpPr>
        <p:spPr>
          <a:xfrm>
            <a:off x="52644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42"/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2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Literature review and SWaT dataset analysis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6" name="Google Shape;1046;p42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Data collection and normalization pipeline development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7" name="Google Shape;1047;p42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ML anomaly detection model training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and evaluation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8" name="Google Shape;1048;p42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Cloud infrastructure and monitoring dashboard setup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49" name="Google Shape;1049;p42"/>
          <p:cNvCxnSpPr>
            <a:stCxn id="1041" idx="3"/>
            <a:endCxn id="1042" idx="1"/>
          </p:cNvCxnSpPr>
          <p:nvPr/>
        </p:nvCxnSpPr>
        <p:spPr>
          <a:xfrm>
            <a:off x="18853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0" name="Google Shape;1050;p42"/>
          <p:cNvCxnSpPr>
            <a:stCxn id="1042" idx="3"/>
            <a:endCxn id="1043" idx="1"/>
          </p:cNvCxnSpPr>
          <p:nvPr/>
        </p:nvCxnSpPr>
        <p:spPr>
          <a:xfrm>
            <a:off x="38492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1" name="Google Shape;1051;p42"/>
          <p:cNvCxnSpPr>
            <a:stCxn id="1043" idx="3"/>
            <a:endCxn id="1044" idx="1"/>
          </p:cNvCxnSpPr>
          <p:nvPr/>
        </p:nvCxnSpPr>
        <p:spPr>
          <a:xfrm>
            <a:off x="58131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2" name="Google Shape;1052;p42"/>
          <p:cNvCxnSpPr>
            <a:stCxn id="1041" idx="2"/>
            <a:endCxn id="1045" idx="0"/>
          </p:cNvCxnSpPr>
          <p:nvPr/>
        </p:nvCxnSpPr>
        <p:spPr>
          <a:xfrm>
            <a:off x="16110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3" name="Google Shape;1053;p42"/>
          <p:cNvCxnSpPr>
            <a:stCxn id="1042" idx="2"/>
            <a:endCxn id="1046" idx="0"/>
          </p:cNvCxnSpPr>
          <p:nvPr/>
        </p:nvCxnSpPr>
        <p:spPr>
          <a:xfrm>
            <a:off x="35749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42"/>
          <p:cNvCxnSpPr>
            <a:stCxn id="1043" idx="2"/>
            <a:endCxn id="1047" idx="0"/>
          </p:cNvCxnSpPr>
          <p:nvPr/>
        </p:nvCxnSpPr>
        <p:spPr>
          <a:xfrm>
            <a:off x="55388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5" name="Google Shape;1055;p42"/>
          <p:cNvCxnSpPr>
            <a:stCxn id="1044" idx="2"/>
            <a:endCxn id="1048" idx="0"/>
          </p:cNvCxnSpPr>
          <p:nvPr/>
        </p:nvCxnSpPr>
        <p:spPr>
          <a:xfrm>
            <a:off x="75027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6" name="Google Shape;1056;p42"/>
          <p:cNvSpPr/>
          <p:nvPr/>
        </p:nvSpPr>
        <p:spPr>
          <a:xfrm>
            <a:off x="13366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2"/>
          <p:cNvSpPr/>
          <p:nvPr/>
        </p:nvSpPr>
        <p:spPr>
          <a:xfrm>
            <a:off x="33005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2"/>
          <p:cNvSpPr/>
          <p:nvPr/>
        </p:nvSpPr>
        <p:spPr>
          <a:xfrm>
            <a:off x="52644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42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CI/CD pipeline and security gates integration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1" name="Google Shape;1061;p42"/>
          <p:cNvSpPr txBox="1"/>
          <p:nvPr/>
        </p:nvSpPr>
        <p:spPr>
          <a:xfrm flipH="1">
            <a:off x="26605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Testing, validation, and performance tuning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2" name="Google Shape;1062;p42"/>
          <p:cNvSpPr txBox="1"/>
          <p:nvPr/>
        </p:nvSpPr>
        <p:spPr>
          <a:xfrm flipH="1">
            <a:off x="46244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Final demonstration and technical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documentation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64" name="Google Shape;1064;p42"/>
          <p:cNvCxnSpPr>
            <a:stCxn id="1056" idx="3"/>
            <a:endCxn id="1057" idx="1"/>
          </p:cNvCxnSpPr>
          <p:nvPr/>
        </p:nvCxnSpPr>
        <p:spPr>
          <a:xfrm>
            <a:off x="18853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65" name="Google Shape;1065;p42"/>
          <p:cNvCxnSpPr>
            <a:stCxn id="1057" idx="3"/>
            <a:endCxn id="1058" idx="1"/>
          </p:cNvCxnSpPr>
          <p:nvPr/>
        </p:nvCxnSpPr>
        <p:spPr>
          <a:xfrm>
            <a:off x="38492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67" name="Google Shape;1067;p42"/>
          <p:cNvCxnSpPr>
            <a:stCxn id="1056" idx="2"/>
            <a:endCxn id="1060" idx="0"/>
          </p:cNvCxnSpPr>
          <p:nvPr/>
        </p:nvCxnSpPr>
        <p:spPr>
          <a:xfrm>
            <a:off x="16110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42"/>
          <p:cNvCxnSpPr>
            <a:stCxn id="1057" idx="2"/>
            <a:endCxn id="1061" idx="0"/>
          </p:cNvCxnSpPr>
          <p:nvPr/>
        </p:nvCxnSpPr>
        <p:spPr>
          <a:xfrm>
            <a:off x="35749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42"/>
          <p:cNvCxnSpPr>
            <a:stCxn id="1058" idx="2"/>
            <a:endCxn id="1062" idx="0"/>
          </p:cNvCxnSpPr>
          <p:nvPr/>
        </p:nvCxnSpPr>
        <p:spPr>
          <a:xfrm>
            <a:off x="55388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1" name="Google Shape;1071;p42"/>
          <p:cNvGrpSpPr/>
          <p:nvPr/>
        </p:nvGrpSpPr>
        <p:grpSpPr>
          <a:xfrm>
            <a:off x="5365025" y="3127300"/>
            <a:ext cx="347475" cy="345150"/>
            <a:chOff x="4744113" y="3243975"/>
            <a:chExt cx="347475" cy="345150"/>
          </a:xfrm>
        </p:grpSpPr>
        <p:sp>
          <p:nvSpPr>
            <p:cNvPr id="1072" name="Google Shape;1072;p42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76" name="Google Shape;1076;p42"/>
          <p:cNvGrpSpPr/>
          <p:nvPr/>
        </p:nvGrpSpPr>
        <p:grpSpPr>
          <a:xfrm>
            <a:off x="1450438" y="3127138"/>
            <a:ext cx="321175" cy="345475"/>
            <a:chOff x="3252313" y="3243975"/>
            <a:chExt cx="321175" cy="345475"/>
          </a:xfrm>
        </p:grpSpPr>
        <p:sp>
          <p:nvSpPr>
            <p:cNvPr id="1077" name="Google Shape;1077;p42"/>
            <p:cNvSpPr/>
            <p:nvPr/>
          </p:nvSpPr>
          <p:spPr>
            <a:xfrm>
              <a:off x="3252313" y="3243975"/>
              <a:ext cx="321175" cy="345475"/>
            </a:xfrm>
            <a:custGeom>
              <a:avLst/>
              <a:gdLst/>
              <a:ahLst/>
              <a:cxnLst/>
              <a:rect l="l" t="t" r="r" b="b"/>
              <a:pathLst>
                <a:path w="12847" h="13819" extrusionOk="0">
                  <a:moveTo>
                    <a:pt x="6431" y="816"/>
                  </a:moveTo>
                  <a:cubicBezTo>
                    <a:pt x="7693" y="816"/>
                    <a:pt x="8720" y="1846"/>
                    <a:pt x="8720" y="3108"/>
                  </a:cubicBezTo>
                  <a:cubicBezTo>
                    <a:pt x="8720" y="3799"/>
                    <a:pt x="8417" y="4441"/>
                    <a:pt x="7878" y="4873"/>
                  </a:cubicBezTo>
                  <a:cubicBezTo>
                    <a:pt x="7539" y="5154"/>
                    <a:pt x="7306" y="5541"/>
                    <a:pt x="7236" y="5936"/>
                  </a:cubicBezTo>
                  <a:lnTo>
                    <a:pt x="6826" y="5936"/>
                  </a:lnTo>
                  <a:lnTo>
                    <a:pt x="6826" y="3821"/>
                  </a:lnTo>
                  <a:lnTo>
                    <a:pt x="7516" y="3131"/>
                  </a:lnTo>
                  <a:cubicBezTo>
                    <a:pt x="7679" y="2968"/>
                    <a:pt x="7679" y="2710"/>
                    <a:pt x="7516" y="2559"/>
                  </a:cubicBezTo>
                  <a:cubicBezTo>
                    <a:pt x="7441" y="2477"/>
                    <a:pt x="7338" y="2437"/>
                    <a:pt x="7234" y="2437"/>
                  </a:cubicBezTo>
                  <a:cubicBezTo>
                    <a:pt x="7131" y="2437"/>
                    <a:pt x="7025" y="2477"/>
                    <a:pt x="6944" y="2559"/>
                  </a:cubicBezTo>
                  <a:lnTo>
                    <a:pt x="6431" y="3075"/>
                  </a:lnTo>
                  <a:lnTo>
                    <a:pt x="5903" y="2559"/>
                  </a:lnTo>
                  <a:cubicBezTo>
                    <a:pt x="5826" y="2481"/>
                    <a:pt x="5720" y="2440"/>
                    <a:pt x="5613" y="2440"/>
                  </a:cubicBezTo>
                  <a:cubicBezTo>
                    <a:pt x="5527" y="2440"/>
                    <a:pt x="5439" y="2467"/>
                    <a:pt x="5365" y="2525"/>
                  </a:cubicBezTo>
                  <a:cubicBezTo>
                    <a:pt x="5168" y="2676"/>
                    <a:pt x="5154" y="2957"/>
                    <a:pt x="5331" y="3131"/>
                  </a:cubicBezTo>
                  <a:lnTo>
                    <a:pt x="6021" y="3821"/>
                  </a:lnTo>
                  <a:lnTo>
                    <a:pt x="6021" y="5936"/>
                  </a:lnTo>
                  <a:lnTo>
                    <a:pt x="5611" y="5936"/>
                  </a:lnTo>
                  <a:cubicBezTo>
                    <a:pt x="5541" y="5541"/>
                    <a:pt x="5309" y="5154"/>
                    <a:pt x="4969" y="4873"/>
                  </a:cubicBezTo>
                  <a:cubicBezTo>
                    <a:pt x="4442" y="4441"/>
                    <a:pt x="4139" y="3799"/>
                    <a:pt x="4139" y="3108"/>
                  </a:cubicBezTo>
                  <a:cubicBezTo>
                    <a:pt x="4139" y="1846"/>
                    <a:pt x="5154" y="816"/>
                    <a:pt x="6431" y="816"/>
                  </a:cubicBezTo>
                  <a:close/>
                  <a:moveTo>
                    <a:pt x="7202" y="6755"/>
                  </a:moveTo>
                  <a:lnTo>
                    <a:pt x="7202" y="7154"/>
                  </a:lnTo>
                  <a:cubicBezTo>
                    <a:pt x="7202" y="7235"/>
                    <a:pt x="7143" y="7294"/>
                    <a:pt x="7073" y="7294"/>
                  </a:cubicBezTo>
                  <a:lnTo>
                    <a:pt x="5774" y="7294"/>
                  </a:lnTo>
                  <a:cubicBezTo>
                    <a:pt x="5704" y="7294"/>
                    <a:pt x="5645" y="7235"/>
                    <a:pt x="5645" y="7154"/>
                  </a:cubicBezTo>
                  <a:lnTo>
                    <a:pt x="5645" y="6755"/>
                  </a:lnTo>
                  <a:close/>
                  <a:moveTo>
                    <a:pt x="7996" y="7364"/>
                  </a:moveTo>
                  <a:lnTo>
                    <a:pt x="9598" y="7959"/>
                  </a:lnTo>
                  <a:lnTo>
                    <a:pt x="6431" y="9151"/>
                  </a:lnTo>
                  <a:lnTo>
                    <a:pt x="3275" y="7959"/>
                  </a:lnTo>
                  <a:lnTo>
                    <a:pt x="4874" y="7364"/>
                  </a:lnTo>
                  <a:cubicBezTo>
                    <a:pt x="4969" y="7785"/>
                    <a:pt x="5342" y="8099"/>
                    <a:pt x="5785" y="8099"/>
                  </a:cubicBezTo>
                  <a:lnTo>
                    <a:pt x="7073" y="8099"/>
                  </a:lnTo>
                  <a:cubicBezTo>
                    <a:pt x="7516" y="8099"/>
                    <a:pt x="7889" y="7785"/>
                    <a:pt x="7996" y="7364"/>
                  </a:cubicBezTo>
                  <a:close/>
                  <a:moveTo>
                    <a:pt x="2197" y="8427"/>
                  </a:moveTo>
                  <a:lnTo>
                    <a:pt x="5634" y="9712"/>
                  </a:lnTo>
                  <a:lnTo>
                    <a:pt x="4733" y="10472"/>
                  </a:lnTo>
                  <a:lnTo>
                    <a:pt x="1297" y="9176"/>
                  </a:lnTo>
                  <a:lnTo>
                    <a:pt x="2197" y="8427"/>
                  </a:lnTo>
                  <a:close/>
                  <a:moveTo>
                    <a:pt x="10661" y="8427"/>
                  </a:moveTo>
                  <a:lnTo>
                    <a:pt x="11573" y="9176"/>
                  </a:lnTo>
                  <a:lnTo>
                    <a:pt x="8125" y="10472"/>
                  </a:lnTo>
                  <a:lnTo>
                    <a:pt x="7225" y="9712"/>
                  </a:lnTo>
                  <a:lnTo>
                    <a:pt x="10661" y="8427"/>
                  </a:lnTo>
                  <a:close/>
                  <a:moveTo>
                    <a:pt x="6021" y="10450"/>
                  </a:moveTo>
                  <a:lnTo>
                    <a:pt x="6021" y="12823"/>
                  </a:lnTo>
                  <a:lnTo>
                    <a:pt x="2514" y="11513"/>
                  </a:lnTo>
                  <a:lnTo>
                    <a:pt x="2514" y="10509"/>
                  </a:lnTo>
                  <a:lnTo>
                    <a:pt x="4663" y="11303"/>
                  </a:lnTo>
                  <a:cubicBezTo>
                    <a:pt x="4714" y="11324"/>
                    <a:pt x="4767" y="11334"/>
                    <a:pt x="4819" y="11334"/>
                  </a:cubicBezTo>
                  <a:cubicBezTo>
                    <a:pt x="4909" y="11334"/>
                    <a:pt x="4996" y="11303"/>
                    <a:pt x="5062" y="11244"/>
                  </a:cubicBezTo>
                  <a:lnTo>
                    <a:pt x="6021" y="10450"/>
                  </a:lnTo>
                  <a:close/>
                  <a:moveTo>
                    <a:pt x="6826" y="10450"/>
                  </a:moveTo>
                  <a:lnTo>
                    <a:pt x="7786" y="11244"/>
                  </a:lnTo>
                  <a:cubicBezTo>
                    <a:pt x="7852" y="11303"/>
                    <a:pt x="7938" y="11334"/>
                    <a:pt x="8029" y="11334"/>
                  </a:cubicBezTo>
                  <a:cubicBezTo>
                    <a:pt x="8080" y="11334"/>
                    <a:pt x="8133" y="11324"/>
                    <a:pt x="8184" y="11303"/>
                  </a:cubicBezTo>
                  <a:lnTo>
                    <a:pt x="10333" y="10509"/>
                  </a:lnTo>
                  <a:lnTo>
                    <a:pt x="10333" y="11513"/>
                  </a:lnTo>
                  <a:lnTo>
                    <a:pt x="6826" y="12823"/>
                  </a:lnTo>
                  <a:lnTo>
                    <a:pt x="6826" y="10450"/>
                  </a:lnTo>
                  <a:close/>
                  <a:moveTo>
                    <a:pt x="6431" y="0"/>
                  </a:moveTo>
                  <a:cubicBezTo>
                    <a:pt x="4711" y="0"/>
                    <a:pt x="3308" y="1392"/>
                    <a:pt x="3308" y="3108"/>
                  </a:cubicBezTo>
                  <a:cubicBezTo>
                    <a:pt x="3308" y="4043"/>
                    <a:pt x="3729" y="4921"/>
                    <a:pt x="4442" y="5515"/>
                  </a:cubicBezTo>
                  <a:cubicBezTo>
                    <a:pt x="4689" y="5715"/>
                    <a:pt x="4829" y="5995"/>
                    <a:pt x="4829" y="6276"/>
                  </a:cubicBezTo>
                  <a:lnTo>
                    <a:pt x="4829" y="6511"/>
                  </a:lnTo>
                  <a:lnTo>
                    <a:pt x="1965" y="7586"/>
                  </a:lnTo>
                  <a:cubicBezTo>
                    <a:pt x="1928" y="7597"/>
                    <a:pt x="1883" y="7619"/>
                    <a:pt x="1847" y="7656"/>
                  </a:cubicBezTo>
                  <a:lnTo>
                    <a:pt x="234" y="9000"/>
                  </a:lnTo>
                  <a:cubicBezTo>
                    <a:pt x="1" y="9199"/>
                    <a:pt x="60" y="9583"/>
                    <a:pt x="352" y="9690"/>
                  </a:cubicBezTo>
                  <a:lnTo>
                    <a:pt x="1706" y="10192"/>
                  </a:lnTo>
                  <a:lnTo>
                    <a:pt x="1706" y="11794"/>
                  </a:lnTo>
                  <a:cubicBezTo>
                    <a:pt x="1706" y="11956"/>
                    <a:pt x="1813" y="12108"/>
                    <a:pt x="1965" y="12167"/>
                  </a:cubicBezTo>
                  <a:lnTo>
                    <a:pt x="6276" y="13791"/>
                  </a:lnTo>
                  <a:cubicBezTo>
                    <a:pt x="6324" y="13809"/>
                    <a:pt x="6374" y="13818"/>
                    <a:pt x="6424" y="13818"/>
                  </a:cubicBezTo>
                  <a:cubicBezTo>
                    <a:pt x="6473" y="13818"/>
                    <a:pt x="6523" y="13809"/>
                    <a:pt x="6571" y="13791"/>
                  </a:cubicBezTo>
                  <a:lnTo>
                    <a:pt x="10883" y="12167"/>
                  </a:lnTo>
                  <a:cubicBezTo>
                    <a:pt x="11034" y="12108"/>
                    <a:pt x="11141" y="11956"/>
                    <a:pt x="11141" y="11794"/>
                  </a:cubicBezTo>
                  <a:lnTo>
                    <a:pt x="11141" y="10192"/>
                  </a:lnTo>
                  <a:lnTo>
                    <a:pt x="12496" y="9690"/>
                  </a:lnTo>
                  <a:cubicBezTo>
                    <a:pt x="12788" y="9583"/>
                    <a:pt x="12846" y="9199"/>
                    <a:pt x="12614" y="9000"/>
                  </a:cubicBezTo>
                  <a:lnTo>
                    <a:pt x="11001" y="7656"/>
                  </a:lnTo>
                  <a:cubicBezTo>
                    <a:pt x="10964" y="7619"/>
                    <a:pt x="10919" y="7597"/>
                    <a:pt x="10883" y="7586"/>
                  </a:cubicBezTo>
                  <a:lnTo>
                    <a:pt x="8018" y="6511"/>
                  </a:lnTo>
                  <a:lnTo>
                    <a:pt x="8018" y="6276"/>
                  </a:lnTo>
                  <a:cubicBezTo>
                    <a:pt x="8018" y="5995"/>
                    <a:pt x="8159" y="5715"/>
                    <a:pt x="8406" y="5515"/>
                  </a:cubicBezTo>
                  <a:cubicBezTo>
                    <a:pt x="9129" y="4921"/>
                    <a:pt x="9539" y="4043"/>
                    <a:pt x="9539" y="3108"/>
                  </a:cubicBezTo>
                  <a:cubicBezTo>
                    <a:pt x="9539" y="1392"/>
                    <a:pt x="8136" y="0"/>
                    <a:pt x="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3510913" y="3311725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20"/>
                    <a:pt x="177" y="808"/>
                    <a:pt x="398" y="808"/>
                  </a:cubicBezTo>
                  <a:lnTo>
                    <a:pt x="1206" y="808"/>
                  </a:lnTo>
                  <a:cubicBezTo>
                    <a:pt x="1428" y="808"/>
                    <a:pt x="1613" y="620"/>
                    <a:pt x="1613" y="398"/>
                  </a:cubicBezTo>
                  <a:cubicBezTo>
                    <a:pt x="1613" y="177"/>
                    <a:pt x="1428" y="0"/>
                    <a:pt x="1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3502763" y="325772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57" y="0"/>
                  </a:moveTo>
                  <a:cubicBezTo>
                    <a:pt x="1088" y="0"/>
                    <a:pt x="1020" y="18"/>
                    <a:pt x="957" y="56"/>
                  </a:cubicBezTo>
                  <a:lnTo>
                    <a:pt x="256" y="454"/>
                  </a:lnTo>
                  <a:cubicBezTo>
                    <a:pt x="60" y="572"/>
                    <a:pt x="1" y="816"/>
                    <a:pt x="104" y="1016"/>
                  </a:cubicBezTo>
                  <a:cubicBezTo>
                    <a:pt x="183" y="1141"/>
                    <a:pt x="317" y="1214"/>
                    <a:pt x="454" y="1214"/>
                  </a:cubicBezTo>
                  <a:cubicBezTo>
                    <a:pt x="522" y="1214"/>
                    <a:pt x="591" y="1195"/>
                    <a:pt x="654" y="1156"/>
                  </a:cubicBezTo>
                  <a:lnTo>
                    <a:pt x="1356" y="757"/>
                  </a:lnTo>
                  <a:cubicBezTo>
                    <a:pt x="1555" y="642"/>
                    <a:pt x="1625" y="396"/>
                    <a:pt x="1507" y="196"/>
                  </a:cubicBezTo>
                  <a:cubicBezTo>
                    <a:pt x="1430" y="73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3502763" y="3355450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56" y="1"/>
                  </a:moveTo>
                  <a:cubicBezTo>
                    <a:pt x="319" y="1"/>
                    <a:pt x="183" y="70"/>
                    <a:pt x="104" y="204"/>
                  </a:cubicBezTo>
                  <a:cubicBezTo>
                    <a:pt x="1" y="392"/>
                    <a:pt x="60" y="650"/>
                    <a:pt x="256" y="753"/>
                  </a:cubicBezTo>
                  <a:lnTo>
                    <a:pt x="957" y="1163"/>
                  </a:lnTo>
                  <a:cubicBezTo>
                    <a:pt x="1019" y="1197"/>
                    <a:pt x="1088" y="1214"/>
                    <a:pt x="1156" y="1214"/>
                  </a:cubicBezTo>
                  <a:cubicBezTo>
                    <a:pt x="1294" y="1214"/>
                    <a:pt x="1430" y="1145"/>
                    <a:pt x="1507" y="1012"/>
                  </a:cubicBezTo>
                  <a:cubicBezTo>
                    <a:pt x="1625" y="812"/>
                    <a:pt x="1555" y="565"/>
                    <a:pt x="1356" y="462"/>
                  </a:cubicBezTo>
                  <a:lnTo>
                    <a:pt x="654" y="52"/>
                  </a:lnTo>
                  <a:cubicBezTo>
                    <a:pt x="592" y="18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1" name="Google Shape;1081;p42"/>
            <p:cNvSpPr/>
            <p:nvPr/>
          </p:nvSpPr>
          <p:spPr>
            <a:xfrm>
              <a:off x="3274838" y="3311725"/>
              <a:ext cx="40625" cy="20200"/>
            </a:xfrm>
            <a:custGeom>
              <a:avLst/>
              <a:gdLst/>
              <a:ahLst/>
              <a:cxnLst/>
              <a:rect l="l" t="t" r="r" b="b"/>
              <a:pathLst>
                <a:path w="1625" h="808" extrusionOk="0">
                  <a:moveTo>
                    <a:pt x="410" y="0"/>
                  </a:moveTo>
                  <a:cubicBezTo>
                    <a:pt x="186" y="0"/>
                    <a:pt x="0" y="177"/>
                    <a:pt x="0" y="398"/>
                  </a:cubicBezTo>
                  <a:cubicBezTo>
                    <a:pt x="0" y="620"/>
                    <a:pt x="186" y="808"/>
                    <a:pt x="410" y="808"/>
                  </a:cubicBezTo>
                  <a:lnTo>
                    <a:pt x="1215" y="808"/>
                  </a:lnTo>
                  <a:cubicBezTo>
                    <a:pt x="1437" y="808"/>
                    <a:pt x="1625" y="620"/>
                    <a:pt x="1625" y="398"/>
                  </a:cubicBezTo>
                  <a:cubicBezTo>
                    <a:pt x="1625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3282963" y="325772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9" y="0"/>
                  </a:moveTo>
                  <a:cubicBezTo>
                    <a:pt x="321" y="0"/>
                    <a:pt x="186" y="73"/>
                    <a:pt x="107" y="196"/>
                  </a:cubicBezTo>
                  <a:cubicBezTo>
                    <a:pt x="1" y="396"/>
                    <a:pt x="60" y="642"/>
                    <a:pt x="259" y="757"/>
                  </a:cubicBezTo>
                  <a:lnTo>
                    <a:pt x="960" y="1156"/>
                  </a:lnTo>
                  <a:cubicBezTo>
                    <a:pt x="1023" y="1195"/>
                    <a:pt x="1093" y="1214"/>
                    <a:pt x="1163" y="1214"/>
                  </a:cubicBezTo>
                  <a:cubicBezTo>
                    <a:pt x="1302" y="1214"/>
                    <a:pt x="1439" y="1141"/>
                    <a:pt x="1510" y="1016"/>
                  </a:cubicBezTo>
                  <a:cubicBezTo>
                    <a:pt x="1628" y="816"/>
                    <a:pt x="1558" y="572"/>
                    <a:pt x="1359" y="454"/>
                  </a:cubicBezTo>
                  <a:lnTo>
                    <a:pt x="657" y="56"/>
                  </a:lnTo>
                  <a:cubicBezTo>
                    <a:pt x="595" y="18"/>
                    <a:pt x="526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3282963" y="3355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12"/>
                    <a:pt x="107" y="1012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392"/>
                    <a:pt x="1510" y="204"/>
                  </a:cubicBezTo>
                  <a:cubicBezTo>
                    <a:pt x="1439" y="70"/>
                    <a:pt x="1301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84" name="Google Shape;1084;p42"/>
          <p:cNvGrpSpPr/>
          <p:nvPr/>
        </p:nvGrpSpPr>
        <p:grpSpPr>
          <a:xfrm>
            <a:off x="3402325" y="3127300"/>
            <a:ext cx="345075" cy="345150"/>
            <a:chOff x="4007438" y="3243975"/>
            <a:chExt cx="345075" cy="345150"/>
          </a:xfrm>
        </p:grpSpPr>
        <p:sp>
          <p:nvSpPr>
            <p:cNvPr id="1085" name="Google Shape;1085;p42"/>
            <p:cNvSpPr/>
            <p:nvPr/>
          </p:nvSpPr>
          <p:spPr>
            <a:xfrm>
              <a:off x="4311888" y="3351750"/>
              <a:ext cx="40625" cy="20525"/>
            </a:xfrm>
            <a:custGeom>
              <a:avLst/>
              <a:gdLst/>
              <a:ahLst/>
              <a:cxnLst/>
              <a:rect l="l" t="t" r="r" b="b"/>
              <a:pathLst>
                <a:path w="1625" h="821" extrusionOk="0">
                  <a:moveTo>
                    <a:pt x="410" y="1"/>
                  </a:moveTo>
                  <a:cubicBezTo>
                    <a:pt x="189" y="1"/>
                    <a:pt x="1" y="189"/>
                    <a:pt x="1" y="410"/>
                  </a:cubicBezTo>
                  <a:cubicBezTo>
                    <a:pt x="1" y="632"/>
                    <a:pt x="189" y="820"/>
                    <a:pt x="410" y="820"/>
                  </a:cubicBezTo>
                  <a:lnTo>
                    <a:pt x="1218" y="820"/>
                  </a:lnTo>
                  <a:cubicBezTo>
                    <a:pt x="1440" y="820"/>
                    <a:pt x="1625" y="632"/>
                    <a:pt x="1625" y="410"/>
                  </a:cubicBezTo>
                  <a:cubicBezTo>
                    <a:pt x="1625" y="189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4303763" y="3284525"/>
              <a:ext cx="40625" cy="30275"/>
            </a:xfrm>
            <a:custGeom>
              <a:avLst/>
              <a:gdLst/>
              <a:ahLst/>
              <a:cxnLst/>
              <a:rect l="l" t="t" r="r" b="b"/>
              <a:pathLst>
                <a:path w="1625" h="1211" extrusionOk="0">
                  <a:moveTo>
                    <a:pt x="1156" y="0"/>
                  </a:moveTo>
                  <a:cubicBezTo>
                    <a:pt x="1089" y="0"/>
                    <a:pt x="1020" y="16"/>
                    <a:pt x="957" y="50"/>
                  </a:cubicBezTo>
                  <a:lnTo>
                    <a:pt x="256" y="457"/>
                  </a:lnTo>
                  <a:cubicBezTo>
                    <a:pt x="70" y="575"/>
                    <a:pt x="0" y="822"/>
                    <a:pt x="115" y="1007"/>
                  </a:cubicBezTo>
                  <a:cubicBezTo>
                    <a:pt x="187" y="1140"/>
                    <a:pt x="320" y="1211"/>
                    <a:pt x="460" y="1211"/>
                  </a:cubicBezTo>
                  <a:cubicBezTo>
                    <a:pt x="529" y="1211"/>
                    <a:pt x="599" y="1193"/>
                    <a:pt x="665" y="1158"/>
                  </a:cubicBezTo>
                  <a:lnTo>
                    <a:pt x="1366" y="751"/>
                  </a:lnTo>
                  <a:cubicBezTo>
                    <a:pt x="1554" y="645"/>
                    <a:pt x="1625" y="401"/>
                    <a:pt x="1518" y="202"/>
                  </a:cubicBezTo>
                  <a:cubicBezTo>
                    <a:pt x="1440" y="74"/>
                    <a:pt x="1300" y="0"/>
                    <a:pt x="1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4303763" y="34092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0" y="0"/>
                  </a:moveTo>
                  <a:cubicBezTo>
                    <a:pt x="320" y="0"/>
                    <a:pt x="187" y="71"/>
                    <a:pt x="115" y="204"/>
                  </a:cubicBezTo>
                  <a:cubicBezTo>
                    <a:pt x="0" y="392"/>
                    <a:pt x="70" y="636"/>
                    <a:pt x="256" y="754"/>
                  </a:cubicBezTo>
                  <a:lnTo>
                    <a:pt x="957" y="1164"/>
                  </a:lnTo>
                  <a:cubicBezTo>
                    <a:pt x="1022" y="1198"/>
                    <a:pt x="1092" y="1214"/>
                    <a:pt x="1161" y="1214"/>
                  </a:cubicBezTo>
                  <a:cubicBezTo>
                    <a:pt x="1303" y="1214"/>
                    <a:pt x="1440" y="1144"/>
                    <a:pt x="1518" y="1009"/>
                  </a:cubicBezTo>
                  <a:cubicBezTo>
                    <a:pt x="1625" y="813"/>
                    <a:pt x="1554" y="566"/>
                    <a:pt x="1366" y="462"/>
                  </a:cubicBezTo>
                  <a:lnTo>
                    <a:pt x="665" y="53"/>
                  </a:lnTo>
                  <a:cubicBezTo>
                    <a:pt x="599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4007438" y="3351750"/>
              <a:ext cx="40350" cy="20525"/>
            </a:xfrm>
            <a:custGeom>
              <a:avLst/>
              <a:gdLst/>
              <a:ahLst/>
              <a:cxnLst/>
              <a:rect l="l" t="t" r="r" b="b"/>
              <a:pathLst>
                <a:path w="1614" h="821" extrusionOk="0">
                  <a:moveTo>
                    <a:pt x="396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6" y="820"/>
                  </a:cubicBezTo>
                  <a:lnTo>
                    <a:pt x="1204" y="820"/>
                  </a:lnTo>
                  <a:cubicBezTo>
                    <a:pt x="1426" y="820"/>
                    <a:pt x="1614" y="632"/>
                    <a:pt x="1614" y="410"/>
                  </a:cubicBezTo>
                  <a:cubicBezTo>
                    <a:pt x="1614" y="189"/>
                    <a:pt x="1426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4015288" y="3284525"/>
              <a:ext cx="40650" cy="30275"/>
            </a:xfrm>
            <a:custGeom>
              <a:avLst/>
              <a:gdLst/>
              <a:ahLst/>
              <a:cxnLst/>
              <a:rect l="l" t="t" r="r" b="b"/>
              <a:pathLst>
                <a:path w="1626" h="1211" extrusionOk="0">
                  <a:moveTo>
                    <a:pt x="470" y="0"/>
                  </a:moveTo>
                  <a:cubicBezTo>
                    <a:pt x="327" y="0"/>
                    <a:pt x="190" y="74"/>
                    <a:pt x="119" y="202"/>
                  </a:cubicBezTo>
                  <a:cubicBezTo>
                    <a:pt x="1" y="401"/>
                    <a:pt x="71" y="645"/>
                    <a:pt x="259" y="751"/>
                  </a:cubicBezTo>
                  <a:lnTo>
                    <a:pt x="960" y="1158"/>
                  </a:lnTo>
                  <a:cubicBezTo>
                    <a:pt x="1026" y="1193"/>
                    <a:pt x="1097" y="1211"/>
                    <a:pt x="1166" y="1211"/>
                  </a:cubicBezTo>
                  <a:cubicBezTo>
                    <a:pt x="1306" y="1211"/>
                    <a:pt x="1439" y="1140"/>
                    <a:pt x="1510" y="1007"/>
                  </a:cubicBezTo>
                  <a:cubicBezTo>
                    <a:pt x="1625" y="822"/>
                    <a:pt x="1555" y="575"/>
                    <a:pt x="1370" y="457"/>
                  </a:cubicBezTo>
                  <a:lnTo>
                    <a:pt x="669" y="50"/>
                  </a:lnTo>
                  <a:cubicBezTo>
                    <a:pt x="605" y="16"/>
                    <a:pt x="537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4015288" y="3409225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1166" y="0"/>
                  </a:moveTo>
                  <a:cubicBezTo>
                    <a:pt x="1097" y="0"/>
                    <a:pt x="1026" y="18"/>
                    <a:pt x="960" y="53"/>
                  </a:cubicBezTo>
                  <a:lnTo>
                    <a:pt x="259" y="462"/>
                  </a:lnTo>
                  <a:cubicBezTo>
                    <a:pt x="71" y="566"/>
                    <a:pt x="1" y="813"/>
                    <a:pt x="119" y="1009"/>
                  </a:cubicBezTo>
                  <a:cubicBezTo>
                    <a:pt x="189" y="1144"/>
                    <a:pt x="324" y="1214"/>
                    <a:pt x="465" y="1214"/>
                  </a:cubicBezTo>
                  <a:cubicBezTo>
                    <a:pt x="534" y="1214"/>
                    <a:pt x="604" y="1198"/>
                    <a:pt x="669" y="1164"/>
                  </a:cubicBezTo>
                  <a:lnTo>
                    <a:pt x="1370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9" y="71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4061788" y="3243975"/>
              <a:ext cx="235825" cy="345150"/>
            </a:xfrm>
            <a:custGeom>
              <a:avLst/>
              <a:gdLst/>
              <a:ahLst/>
              <a:cxnLst/>
              <a:rect l="l" t="t" r="r" b="b"/>
              <a:pathLst>
                <a:path w="9433" h="13806" extrusionOk="0">
                  <a:moveTo>
                    <a:pt x="4722" y="2595"/>
                  </a:moveTo>
                  <a:lnTo>
                    <a:pt x="4815" y="2688"/>
                  </a:lnTo>
                  <a:cubicBezTo>
                    <a:pt x="5295" y="3167"/>
                    <a:pt x="5295" y="3939"/>
                    <a:pt x="4815" y="4407"/>
                  </a:cubicBezTo>
                  <a:lnTo>
                    <a:pt x="4722" y="4500"/>
                  </a:lnTo>
                  <a:lnTo>
                    <a:pt x="4630" y="4407"/>
                  </a:lnTo>
                  <a:cubicBezTo>
                    <a:pt x="4150" y="3939"/>
                    <a:pt x="4150" y="3167"/>
                    <a:pt x="4630" y="2688"/>
                  </a:cubicBezTo>
                  <a:lnTo>
                    <a:pt x="4722" y="2595"/>
                  </a:lnTo>
                  <a:close/>
                  <a:moveTo>
                    <a:pt x="3098" y="5936"/>
                  </a:moveTo>
                  <a:cubicBezTo>
                    <a:pt x="3763" y="5936"/>
                    <a:pt x="4313" y="6475"/>
                    <a:pt x="4313" y="7154"/>
                  </a:cubicBezTo>
                  <a:lnTo>
                    <a:pt x="4313" y="7283"/>
                  </a:lnTo>
                  <a:lnTo>
                    <a:pt x="4172" y="7283"/>
                  </a:lnTo>
                  <a:cubicBezTo>
                    <a:pt x="3508" y="7283"/>
                    <a:pt x="2969" y="6744"/>
                    <a:pt x="2969" y="6065"/>
                  </a:cubicBezTo>
                  <a:lnTo>
                    <a:pt x="2969" y="5936"/>
                  </a:lnTo>
                  <a:close/>
                  <a:moveTo>
                    <a:pt x="6464" y="5936"/>
                  </a:moveTo>
                  <a:lnTo>
                    <a:pt x="6464" y="6065"/>
                  </a:lnTo>
                  <a:cubicBezTo>
                    <a:pt x="6464" y="6744"/>
                    <a:pt x="5926" y="7283"/>
                    <a:pt x="5261" y="7283"/>
                  </a:cubicBezTo>
                  <a:lnTo>
                    <a:pt x="5121" y="7283"/>
                  </a:lnTo>
                  <a:lnTo>
                    <a:pt x="5121" y="7154"/>
                  </a:lnTo>
                  <a:cubicBezTo>
                    <a:pt x="5121" y="6475"/>
                    <a:pt x="5668" y="5936"/>
                    <a:pt x="6335" y="5936"/>
                  </a:cubicBez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5844"/>
                    <a:pt x="8148" y="6907"/>
                    <a:pt x="7306" y="7645"/>
                  </a:cubicBezTo>
                  <a:cubicBezTo>
                    <a:pt x="6708" y="8180"/>
                    <a:pt x="6324" y="8918"/>
                    <a:pt x="6229" y="9712"/>
                  </a:cubicBezTo>
                  <a:lnTo>
                    <a:pt x="5121" y="9712"/>
                  </a:lnTo>
                  <a:lnTo>
                    <a:pt x="5121" y="8088"/>
                  </a:lnTo>
                  <a:lnTo>
                    <a:pt x="5261" y="8088"/>
                  </a:lnTo>
                  <a:cubicBezTo>
                    <a:pt x="6369" y="8088"/>
                    <a:pt x="7281" y="7187"/>
                    <a:pt x="7281" y="6065"/>
                  </a:cubicBezTo>
                  <a:lnTo>
                    <a:pt x="7281" y="5529"/>
                  </a:lnTo>
                  <a:cubicBezTo>
                    <a:pt x="7281" y="5305"/>
                    <a:pt x="7096" y="5131"/>
                    <a:pt x="6874" y="5131"/>
                  </a:cubicBezTo>
                  <a:lnTo>
                    <a:pt x="6335" y="5131"/>
                  </a:lnTo>
                  <a:cubicBezTo>
                    <a:pt x="5878" y="5131"/>
                    <a:pt x="5457" y="5283"/>
                    <a:pt x="5121" y="5529"/>
                  </a:cubicBezTo>
                  <a:lnTo>
                    <a:pt x="5121" y="5249"/>
                  </a:lnTo>
                  <a:lnTo>
                    <a:pt x="5387" y="4980"/>
                  </a:lnTo>
                  <a:cubicBezTo>
                    <a:pt x="6173" y="4197"/>
                    <a:pt x="6173" y="2909"/>
                    <a:pt x="5387" y="2127"/>
                  </a:cubicBezTo>
                  <a:lnTo>
                    <a:pt x="5003" y="1742"/>
                  </a:lnTo>
                  <a:cubicBezTo>
                    <a:pt x="4921" y="1659"/>
                    <a:pt x="4819" y="1618"/>
                    <a:pt x="4717" y="1618"/>
                  </a:cubicBezTo>
                  <a:cubicBezTo>
                    <a:pt x="4614" y="1618"/>
                    <a:pt x="4512" y="1659"/>
                    <a:pt x="4430" y="1742"/>
                  </a:cubicBezTo>
                  <a:lnTo>
                    <a:pt x="4043" y="2127"/>
                  </a:lnTo>
                  <a:cubicBezTo>
                    <a:pt x="3261" y="2909"/>
                    <a:pt x="3261" y="4197"/>
                    <a:pt x="4043" y="4980"/>
                  </a:cubicBezTo>
                  <a:lnTo>
                    <a:pt x="4313" y="5249"/>
                  </a:lnTo>
                  <a:lnTo>
                    <a:pt x="4313" y="5529"/>
                  </a:lnTo>
                  <a:cubicBezTo>
                    <a:pt x="3973" y="5283"/>
                    <a:pt x="3552" y="5131"/>
                    <a:pt x="3098" y="5131"/>
                  </a:cubicBezTo>
                  <a:lnTo>
                    <a:pt x="2559" y="5131"/>
                  </a:lnTo>
                  <a:cubicBezTo>
                    <a:pt x="2338" y="5131"/>
                    <a:pt x="2150" y="5305"/>
                    <a:pt x="2150" y="5529"/>
                  </a:cubicBezTo>
                  <a:lnTo>
                    <a:pt x="2150" y="6065"/>
                  </a:lnTo>
                  <a:cubicBezTo>
                    <a:pt x="2150" y="7187"/>
                    <a:pt x="3061" y="8088"/>
                    <a:pt x="4172" y="8088"/>
                  </a:cubicBezTo>
                  <a:lnTo>
                    <a:pt x="4313" y="8088"/>
                  </a:lnTo>
                  <a:lnTo>
                    <a:pt x="4313" y="9712"/>
                  </a:lnTo>
                  <a:lnTo>
                    <a:pt x="3213" y="9712"/>
                  </a:lnTo>
                  <a:cubicBezTo>
                    <a:pt x="3109" y="8918"/>
                    <a:pt x="2722" y="8180"/>
                    <a:pt x="2127" y="7645"/>
                  </a:cubicBezTo>
                  <a:cubicBezTo>
                    <a:pt x="1286" y="6907"/>
                    <a:pt x="806" y="5844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6195" y="10520"/>
                  </a:moveTo>
                  <a:lnTo>
                    <a:pt x="6195" y="11244"/>
                  </a:lnTo>
                  <a:cubicBezTo>
                    <a:pt x="6195" y="11325"/>
                    <a:pt x="6136" y="11384"/>
                    <a:pt x="6066" y="11384"/>
                  </a:cubicBezTo>
                  <a:lnTo>
                    <a:pt x="3367" y="11384"/>
                  </a:lnTo>
                  <a:cubicBezTo>
                    <a:pt x="3297" y="11384"/>
                    <a:pt x="3238" y="11325"/>
                    <a:pt x="3238" y="11244"/>
                  </a:cubicBezTo>
                  <a:lnTo>
                    <a:pt x="3238" y="10520"/>
                  </a:lnTo>
                  <a:close/>
                  <a:moveTo>
                    <a:pt x="5656" y="12192"/>
                  </a:moveTo>
                  <a:lnTo>
                    <a:pt x="5656" y="12599"/>
                  </a:lnTo>
                  <a:cubicBezTo>
                    <a:pt x="5656" y="12823"/>
                    <a:pt x="5482" y="12997"/>
                    <a:pt x="5261" y="12997"/>
                  </a:cubicBezTo>
                  <a:lnTo>
                    <a:pt x="4172" y="12997"/>
                  </a:lnTo>
                  <a:cubicBezTo>
                    <a:pt x="3951" y="12997"/>
                    <a:pt x="3774" y="12823"/>
                    <a:pt x="3774" y="12599"/>
                  </a:cubicBezTo>
                  <a:lnTo>
                    <a:pt x="3774" y="12192"/>
                  </a:lnTo>
                  <a:close/>
                  <a:moveTo>
                    <a:pt x="4722" y="0"/>
                  </a:moveTo>
                  <a:cubicBezTo>
                    <a:pt x="2116" y="0"/>
                    <a:pt x="1" y="2115"/>
                    <a:pt x="1" y="4721"/>
                  </a:cubicBezTo>
                  <a:cubicBezTo>
                    <a:pt x="1" y="6065"/>
                    <a:pt x="573" y="7353"/>
                    <a:pt x="1589" y="8251"/>
                  </a:cubicBezTo>
                  <a:cubicBezTo>
                    <a:pt x="2116" y="8719"/>
                    <a:pt x="2419" y="9398"/>
                    <a:pt x="2419" y="10110"/>
                  </a:cubicBezTo>
                  <a:lnTo>
                    <a:pt x="2419" y="11244"/>
                  </a:lnTo>
                  <a:cubicBezTo>
                    <a:pt x="2419" y="11617"/>
                    <a:pt x="2641" y="11945"/>
                    <a:pt x="2969" y="12097"/>
                  </a:cubicBezTo>
                  <a:lnTo>
                    <a:pt x="2969" y="12599"/>
                  </a:lnTo>
                  <a:cubicBezTo>
                    <a:pt x="2969" y="13266"/>
                    <a:pt x="3508" y="13805"/>
                    <a:pt x="4172" y="13805"/>
                  </a:cubicBezTo>
                  <a:lnTo>
                    <a:pt x="5261" y="13805"/>
                  </a:lnTo>
                  <a:cubicBezTo>
                    <a:pt x="5926" y="13805"/>
                    <a:pt x="6464" y="13266"/>
                    <a:pt x="6464" y="12599"/>
                  </a:cubicBezTo>
                  <a:lnTo>
                    <a:pt x="6464" y="12097"/>
                  </a:lnTo>
                  <a:cubicBezTo>
                    <a:pt x="6790" y="11945"/>
                    <a:pt x="7014" y="11617"/>
                    <a:pt x="7014" y="11244"/>
                  </a:cubicBezTo>
                  <a:lnTo>
                    <a:pt x="7014" y="10110"/>
                  </a:lnTo>
                  <a:cubicBezTo>
                    <a:pt x="7014" y="9398"/>
                    <a:pt x="7317" y="8719"/>
                    <a:pt x="7842" y="8251"/>
                  </a:cubicBezTo>
                  <a:cubicBezTo>
                    <a:pt x="8860" y="7353"/>
                    <a:pt x="9432" y="6065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92" name="Google Shape;1092;p42"/>
          <p:cNvGrpSpPr/>
          <p:nvPr/>
        </p:nvGrpSpPr>
        <p:grpSpPr>
          <a:xfrm>
            <a:off x="7330138" y="1267750"/>
            <a:ext cx="345150" cy="344800"/>
            <a:chOff x="5512088" y="2681150"/>
            <a:chExt cx="345150" cy="344800"/>
          </a:xfrm>
        </p:grpSpPr>
        <p:sp>
          <p:nvSpPr>
            <p:cNvPr id="1093" name="Google Shape;1093;p42"/>
            <p:cNvSpPr/>
            <p:nvPr/>
          </p:nvSpPr>
          <p:spPr>
            <a:xfrm>
              <a:off x="5512088" y="2681150"/>
              <a:ext cx="345150" cy="344800"/>
            </a:xfrm>
            <a:custGeom>
              <a:avLst/>
              <a:gdLst/>
              <a:ahLst/>
              <a:cxnLst/>
              <a:rect l="l" t="t" r="r" b="b"/>
              <a:pathLst>
                <a:path w="13806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5782663" y="2748350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5774438" y="2694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5774438" y="279220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5546513" y="2748350"/>
              <a:ext cx="40700" cy="20200"/>
            </a:xfrm>
            <a:custGeom>
              <a:avLst/>
              <a:gdLst/>
              <a:ahLst/>
              <a:cxnLst/>
              <a:rect l="l" t="t" r="r" b="b"/>
              <a:pathLst>
                <a:path w="1628" h="808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5554713" y="2694450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5554713" y="2792200"/>
              <a:ext cx="40650" cy="30350"/>
            </a:xfrm>
            <a:custGeom>
              <a:avLst/>
              <a:gdLst/>
              <a:ahLst/>
              <a:cxnLst/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100" name="Google Shape;1100;p42"/>
          <p:cNvSpPr/>
          <p:nvPr/>
        </p:nvSpPr>
        <p:spPr>
          <a:xfrm>
            <a:off x="5366225" y="1267750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1438450" y="1267700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102" name="Google Shape;1102;p42"/>
          <p:cNvGrpSpPr/>
          <p:nvPr/>
        </p:nvGrpSpPr>
        <p:grpSpPr>
          <a:xfrm>
            <a:off x="3401588" y="1267700"/>
            <a:ext cx="346550" cy="344900"/>
            <a:chOff x="3239763" y="2681150"/>
            <a:chExt cx="346550" cy="344900"/>
          </a:xfrm>
        </p:grpSpPr>
        <p:sp>
          <p:nvSpPr>
            <p:cNvPr id="1103" name="Google Shape;1103;p42"/>
            <p:cNvSpPr/>
            <p:nvPr/>
          </p:nvSpPr>
          <p:spPr>
            <a:xfrm>
              <a:off x="3344688" y="2763625"/>
              <a:ext cx="136775" cy="43900"/>
            </a:xfrm>
            <a:custGeom>
              <a:avLst/>
              <a:gdLst/>
              <a:ahLst/>
              <a:cxnLst/>
              <a:rect l="l" t="t" r="r" b="b"/>
              <a:pathLst>
                <a:path w="5471" h="1756" extrusionOk="0">
                  <a:moveTo>
                    <a:pt x="2738" y="1"/>
                  </a:moveTo>
                  <a:cubicBezTo>
                    <a:pt x="1808" y="1"/>
                    <a:pt x="876" y="354"/>
                    <a:pt x="163" y="1061"/>
                  </a:cubicBezTo>
                  <a:cubicBezTo>
                    <a:pt x="0" y="1224"/>
                    <a:pt x="0" y="1482"/>
                    <a:pt x="163" y="1633"/>
                  </a:cubicBezTo>
                  <a:cubicBezTo>
                    <a:pt x="245" y="1715"/>
                    <a:pt x="347" y="1755"/>
                    <a:pt x="449" y="1755"/>
                  </a:cubicBezTo>
                  <a:cubicBezTo>
                    <a:pt x="552" y="1755"/>
                    <a:pt x="654" y="1715"/>
                    <a:pt x="735" y="1633"/>
                  </a:cubicBezTo>
                  <a:cubicBezTo>
                    <a:pt x="1291" y="1083"/>
                    <a:pt x="2015" y="809"/>
                    <a:pt x="2738" y="809"/>
                  </a:cubicBezTo>
                  <a:cubicBezTo>
                    <a:pt x="3462" y="809"/>
                    <a:pt x="4183" y="1083"/>
                    <a:pt x="4733" y="1633"/>
                  </a:cubicBezTo>
                  <a:cubicBezTo>
                    <a:pt x="4814" y="1715"/>
                    <a:pt x="4920" y="1755"/>
                    <a:pt x="5023" y="1755"/>
                  </a:cubicBezTo>
                  <a:cubicBezTo>
                    <a:pt x="5127" y="1755"/>
                    <a:pt x="5230" y="1715"/>
                    <a:pt x="5305" y="1633"/>
                  </a:cubicBezTo>
                  <a:cubicBezTo>
                    <a:pt x="5471" y="1482"/>
                    <a:pt x="5471" y="1224"/>
                    <a:pt x="5305" y="1061"/>
                  </a:cubicBezTo>
                  <a:cubicBezTo>
                    <a:pt x="4598" y="354"/>
                    <a:pt x="3669" y="1"/>
                    <a:pt x="27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3373313" y="2804075"/>
              <a:ext cx="79475" cy="32100"/>
            </a:xfrm>
            <a:custGeom>
              <a:avLst/>
              <a:gdLst/>
              <a:ahLst/>
              <a:cxnLst/>
              <a:rect l="l" t="t" r="r" b="b"/>
              <a:pathLst>
                <a:path w="3179" h="1284" extrusionOk="0">
                  <a:moveTo>
                    <a:pt x="1591" y="1"/>
                  </a:moveTo>
                  <a:cubicBezTo>
                    <a:pt x="1072" y="1"/>
                    <a:pt x="554" y="196"/>
                    <a:pt x="163" y="588"/>
                  </a:cubicBezTo>
                  <a:cubicBezTo>
                    <a:pt x="0" y="753"/>
                    <a:pt x="0" y="997"/>
                    <a:pt x="163" y="1160"/>
                  </a:cubicBezTo>
                  <a:cubicBezTo>
                    <a:pt x="238" y="1243"/>
                    <a:pt x="341" y="1284"/>
                    <a:pt x="445" y="1284"/>
                  </a:cubicBezTo>
                  <a:cubicBezTo>
                    <a:pt x="548" y="1284"/>
                    <a:pt x="654" y="1243"/>
                    <a:pt x="735" y="1160"/>
                  </a:cubicBezTo>
                  <a:cubicBezTo>
                    <a:pt x="969" y="927"/>
                    <a:pt x="1279" y="811"/>
                    <a:pt x="1591" y="811"/>
                  </a:cubicBezTo>
                  <a:cubicBezTo>
                    <a:pt x="1902" y="811"/>
                    <a:pt x="2215" y="927"/>
                    <a:pt x="2455" y="1160"/>
                  </a:cubicBezTo>
                  <a:cubicBezTo>
                    <a:pt x="2530" y="1243"/>
                    <a:pt x="2633" y="1284"/>
                    <a:pt x="2737" y="1284"/>
                  </a:cubicBezTo>
                  <a:cubicBezTo>
                    <a:pt x="2840" y="1284"/>
                    <a:pt x="2946" y="1243"/>
                    <a:pt x="3027" y="1160"/>
                  </a:cubicBezTo>
                  <a:cubicBezTo>
                    <a:pt x="3178" y="997"/>
                    <a:pt x="3178" y="753"/>
                    <a:pt x="3027" y="588"/>
                  </a:cubicBezTo>
                  <a:cubicBezTo>
                    <a:pt x="2630" y="196"/>
                    <a:pt x="2110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3403113" y="2844500"/>
              <a:ext cx="20150" cy="20150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399" y="0"/>
                  </a:moveTo>
                  <a:cubicBezTo>
                    <a:pt x="174" y="0"/>
                    <a:pt x="0" y="174"/>
                    <a:pt x="0" y="398"/>
                  </a:cubicBezTo>
                  <a:cubicBezTo>
                    <a:pt x="0" y="631"/>
                    <a:pt x="174" y="805"/>
                    <a:pt x="399" y="805"/>
                  </a:cubicBezTo>
                  <a:cubicBezTo>
                    <a:pt x="620" y="805"/>
                    <a:pt x="805" y="631"/>
                    <a:pt x="805" y="398"/>
                  </a:cubicBezTo>
                  <a:cubicBezTo>
                    <a:pt x="805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3239763" y="2681150"/>
              <a:ext cx="346550" cy="344900"/>
            </a:xfrm>
            <a:custGeom>
              <a:avLst/>
              <a:gdLst/>
              <a:ahLst/>
              <a:cxnLst/>
              <a:rect l="l" t="t" r="r" b="b"/>
              <a:pathLst>
                <a:path w="13862" h="13796" extrusionOk="0">
                  <a:moveTo>
                    <a:pt x="6394" y="806"/>
                  </a:moveTo>
                  <a:cubicBezTo>
                    <a:pt x="7143" y="806"/>
                    <a:pt x="7844" y="1041"/>
                    <a:pt x="8428" y="1485"/>
                  </a:cubicBezTo>
                  <a:cubicBezTo>
                    <a:pt x="8240" y="1602"/>
                    <a:pt x="8066" y="1743"/>
                    <a:pt x="7900" y="1905"/>
                  </a:cubicBezTo>
                  <a:cubicBezTo>
                    <a:pt x="7738" y="2057"/>
                    <a:pt x="7738" y="2315"/>
                    <a:pt x="7900" y="2478"/>
                  </a:cubicBezTo>
                  <a:cubicBezTo>
                    <a:pt x="7978" y="2553"/>
                    <a:pt x="8080" y="2591"/>
                    <a:pt x="8184" y="2591"/>
                  </a:cubicBezTo>
                  <a:cubicBezTo>
                    <a:pt x="8288" y="2591"/>
                    <a:pt x="8393" y="2553"/>
                    <a:pt x="8476" y="2478"/>
                  </a:cubicBezTo>
                  <a:cubicBezTo>
                    <a:pt x="8697" y="2245"/>
                    <a:pt x="8989" y="2079"/>
                    <a:pt x="9269" y="1987"/>
                  </a:cubicBezTo>
                  <a:cubicBezTo>
                    <a:pt x="9480" y="1917"/>
                    <a:pt x="9694" y="1883"/>
                    <a:pt x="9906" y="1883"/>
                  </a:cubicBezTo>
                  <a:cubicBezTo>
                    <a:pt x="10434" y="1883"/>
                    <a:pt x="10943" y="2093"/>
                    <a:pt x="11326" y="2478"/>
                  </a:cubicBezTo>
                  <a:cubicBezTo>
                    <a:pt x="11817" y="2969"/>
                    <a:pt x="12016" y="3659"/>
                    <a:pt x="11876" y="4338"/>
                  </a:cubicBezTo>
                  <a:cubicBezTo>
                    <a:pt x="11794" y="4699"/>
                    <a:pt x="11606" y="5061"/>
                    <a:pt x="11326" y="5331"/>
                  </a:cubicBezTo>
                  <a:cubicBezTo>
                    <a:pt x="11174" y="5493"/>
                    <a:pt x="11174" y="5751"/>
                    <a:pt x="11326" y="5903"/>
                  </a:cubicBezTo>
                  <a:cubicBezTo>
                    <a:pt x="11407" y="5984"/>
                    <a:pt x="11514" y="6021"/>
                    <a:pt x="11618" y="6021"/>
                  </a:cubicBezTo>
                  <a:cubicBezTo>
                    <a:pt x="11724" y="6021"/>
                    <a:pt x="11817" y="5984"/>
                    <a:pt x="11898" y="5903"/>
                  </a:cubicBezTo>
                  <a:cubicBezTo>
                    <a:pt x="12145" y="5656"/>
                    <a:pt x="12344" y="5376"/>
                    <a:pt x="12473" y="5084"/>
                  </a:cubicBezTo>
                  <a:cubicBezTo>
                    <a:pt x="12810" y="5401"/>
                    <a:pt x="12998" y="5855"/>
                    <a:pt x="12998" y="6335"/>
                  </a:cubicBezTo>
                  <a:cubicBezTo>
                    <a:pt x="12998" y="7294"/>
                    <a:pt x="12215" y="8077"/>
                    <a:pt x="11244" y="8077"/>
                  </a:cubicBezTo>
                  <a:lnTo>
                    <a:pt x="2618" y="8077"/>
                  </a:lnTo>
                  <a:cubicBezTo>
                    <a:pt x="1647" y="8077"/>
                    <a:pt x="865" y="7294"/>
                    <a:pt x="865" y="6335"/>
                  </a:cubicBezTo>
                  <a:cubicBezTo>
                    <a:pt x="865" y="5493"/>
                    <a:pt x="1462" y="4792"/>
                    <a:pt x="2245" y="4618"/>
                  </a:cubicBezTo>
                  <a:cubicBezTo>
                    <a:pt x="2279" y="5002"/>
                    <a:pt x="2374" y="5364"/>
                    <a:pt x="2514" y="5726"/>
                  </a:cubicBezTo>
                  <a:cubicBezTo>
                    <a:pt x="2576" y="5886"/>
                    <a:pt x="2725" y="5979"/>
                    <a:pt x="2886" y="5979"/>
                  </a:cubicBezTo>
                  <a:cubicBezTo>
                    <a:pt x="2936" y="5979"/>
                    <a:pt x="2988" y="5970"/>
                    <a:pt x="3039" y="5951"/>
                  </a:cubicBezTo>
                  <a:cubicBezTo>
                    <a:pt x="3249" y="5866"/>
                    <a:pt x="3342" y="5634"/>
                    <a:pt x="3260" y="5423"/>
                  </a:cubicBezTo>
                  <a:cubicBezTo>
                    <a:pt x="3109" y="5025"/>
                    <a:pt x="3028" y="4604"/>
                    <a:pt x="3028" y="4172"/>
                  </a:cubicBezTo>
                  <a:cubicBezTo>
                    <a:pt x="3028" y="2315"/>
                    <a:pt x="4534" y="806"/>
                    <a:pt x="6394" y="806"/>
                  </a:cubicBezTo>
                  <a:close/>
                  <a:moveTo>
                    <a:pt x="2618" y="12178"/>
                  </a:moveTo>
                  <a:cubicBezTo>
                    <a:pt x="2840" y="12178"/>
                    <a:pt x="3028" y="12366"/>
                    <a:pt x="3028" y="12588"/>
                  </a:cubicBezTo>
                  <a:cubicBezTo>
                    <a:pt x="3028" y="12810"/>
                    <a:pt x="2840" y="12986"/>
                    <a:pt x="2618" y="12986"/>
                  </a:cubicBezTo>
                  <a:cubicBezTo>
                    <a:pt x="2396" y="12986"/>
                    <a:pt x="2220" y="12810"/>
                    <a:pt x="2220" y="12588"/>
                  </a:cubicBezTo>
                  <a:cubicBezTo>
                    <a:pt x="2220" y="12366"/>
                    <a:pt x="2396" y="12178"/>
                    <a:pt x="2618" y="12178"/>
                  </a:cubicBezTo>
                  <a:close/>
                  <a:moveTo>
                    <a:pt x="6933" y="12178"/>
                  </a:moveTo>
                  <a:cubicBezTo>
                    <a:pt x="7154" y="12178"/>
                    <a:pt x="7339" y="12366"/>
                    <a:pt x="7339" y="12588"/>
                  </a:cubicBezTo>
                  <a:cubicBezTo>
                    <a:pt x="7339" y="12810"/>
                    <a:pt x="7154" y="12986"/>
                    <a:pt x="6933" y="12986"/>
                  </a:cubicBezTo>
                  <a:cubicBezTo>
                    <a:pt x="6708" y="12986"/>
                    <a:pt x="6534" y="12810"/>
                    <a:pt x="6534" y="12588"/>
                  </a:cubicBezTo>
                  <a:cubicBezTo>
                    <a:pt x="6534" y="12366"/>
                    <a:pt x="6708" y="12178"/>
                    <a:pt x="6933" y="12178"/>
                  </a:cubicBezTo>
                  <a:close/>
                  <a:moveTo>
                    <a:pt x="11244" y="12178"/>
                  </a:moveTo>
                  <a:cubicBezTo>
                    <a:pt x="11466" y="12178"/>
                    <a:pt x="11654" y="12366"/>
                    <a:pt x="11654" y="12588"/>
                  </a:cubicBezTo>
                  <a:cubicBezTo>
                    <a:pt x="11654" y="12810"/>
                    <a:pt x="11466" y="12986"/>
                    <a:pt x="11244" y="12986"/>
                  </a:cubicBezTo>
                  <a:cubicBezTo>
                    <a:pt x="11023" y="12986"/>
                    <a:pt x="10846" y="12810"/>
                    <a:pt x="10846" y="12588"/>
                  </a:cubicBezTo>
                  <a:cubicBezTo>
                    <a:pt x="10846" y="12366"/>
                    <a:pt x="11023" y="12178"/>
                    <a:pt x="11244" y="12178"/>
                  </a:cubicBezTo>
                  <a:close/>
                  <a:moveTo>
                    <a:pt x="6383" y="1"/>
                  </a:moveTo>
                  <a:cubicBezTo>
                    <a:pt x="4220" y="1"/>
                    <a:pt x="2430" y="1647"/>
                    <a:pt x="2234" y="3762"/>
                  </a:cubicBezTo>
                  <a:lnTo>
                    <a:pt x="2208" y="3762"/>
                  </a:lnTo>
                  <a:lnTo>
                    <a:pt x="2208" y="3799"/>
                  </a:lnTo>
                  <a:cubicBezTo>
                    <a:pt x="957" y="3998"/>
                    <a:pt x="1" y="5120"/>
                    <a:pt x="60" y="6442"/>
                  </a:cubicBezTo>
                  <a:cubicBezTo>
                    <a:pt x="104" y="7785"/>
                    <a:pt x="1297" y="8896"/>
                    <a:pt x="2641" y="8896"/>
                  </a:cubicBezTo>
                  <a:lnTo>
                    <a:pt x="4091" y="8896"/>
                  </a:lnTo>
                  <a:lnTo>
                    <a:pt x="4091" y="11034"/>
                  </a:lnTo>
                  <a:lnTo>
                    <a:pt x="3308" y="11595"/>
                  </a:lnTo>
                  <a:cubicBezTo>
                    <a:pt x="3109" y="11459"/>
                    <a:pt x="2871" y="11370"/>
                    <a:pt x="2612" y="11370"/>
                  </a:cubicBezTo>
                  <a:cubicBezTo>
                    <a:pt x="2584" y="11370"/>
                    <a:pt x="2555" y="11371"/>
                    <a:pt x="2525" y="11373"/>
                  </a:cubicBezTo>
                  <a:cubicBezTo>
                    <a:pt x="1917" y="11421"/>
                    <a:pt x="1426" y="11923"/>
                    <a:pt x="1403" y="12543"/>
                  </a:cubicBezTo>
                  <a:cubicBezTo>
                    <a:pt x="1378" y="13230"/>
                    <a:pt x="1928" y="13791"/>
                    <a:pt x="2618" y="13791"/>
                  </a:cubicBezTo>
                  <a:cubicBezTo>
                    <a:pt x="3286" y="13791"/>
                    <a:pt x="3822" y="13256"/>
                    <a:pt x="3822" y="12588"/>
                  </a:cubicBezTo>
                  <a:cubicBezTo>
                    <a:pt x="3822" y="12473"/>
                    <a:pt x="3810" y="12355"/>
                    <a:pt x="3777" y="12249"/>
                  </a:cubicBezTo>
                  <a:lnTo>
                    <a:pt x="4733" y="11572"/>
                  </a:lnTo>
                  <a:cubicBezTo>
                    <a:pt x="4840" y="11491"/>
                    <a:pt x="4910" y="11373"/>
                    <a:pt x="4910" y="11233"/>
                  </a:cubicBezTo>
                  <a:lnTo>
                    <a:pt x="4910" y="8896"/>
                  </a:lnTo>
                  <a:lnTo>
                    <a:pt x="6523" y="8896"/>
                  </a:lnTo>
                  <a:lnTo>
                    <a:pt x="6523" y="11443"/>
                  </a:lnTo>
                  <a:cubicBezTo>
                    <a:pt x="6032" y="11617"/>
                    <a:pt x="5681" y="12097"/>
                    <a:pt x="5715" y="12658"/>
                  </a:cubicBezTo>
                  <a:cubicBezTo>
                    <a:pt x="5752" y="13278"/>
                    <a:pt x="6254" y="13769"/>
                    <a:pt x="6874" y="13791"/>
                  </a:cubicBezTo>
                  <a:cubicBezTo>
                    <a:pt x="6895" y="13793"/>
                    <a:pt x="6917" y="13793"/>
                    <a:pt x="6938" y="13793"/>
                  </a:cubicBezTo>
                  <a:cubicBezTo>
                    <a:pt x="7609" y="13793"/>
                    <a:pt x="8136" y="13246"/>
                    <a:pt x="8136" y="12588"/>
                  </a:cubicBezTo>
                  <a:cubicBezTo>
                    <a:pt x="8136" y="12063"/>
                    <a:pt x="7797" y="11606"/>
                    <a:pt x="7328" y="11443"/>
                  </a:cubicBezTo>
                  <a:lnTo>
                    <a:pt x="7328" y="8896"/>
                  </a:lnTo>
                  <a:lnTo>
                    <a:pt x="8952" y="8896"/>
                  </a:lnTo>
                  <a:lnTo>
                    <a:pt x="8952" y="11233"/>
                  </a:lnTo>
                  <a:cubicBezTo>
                    <a:pt x="8952" y="11373"/>
                    <a:pt x="9011" y="11491"/>
                    <a:pt x="9118" y="11572"/>
                  </a:cubicBezTo>
                  <a:lnTo>
                    <a:pt x="10075" y="12249"/>
                  </a:lnTo>
                  <a:cubicBezTo>
                    <a:pt x="10041" y="12355"/>
                    <a:pt x="10030" y="12473"/>
                    <a:pt x="10030" y="12588"/>
                  </a:cubicBezTo>
                  <a:cubicBezTo>
                    <a:pt x="10030" y="13255"/>
                    <a:pt x="10568" y="13796"/>
                    <a:pt x="11234" y="13796"/>
                  </a:cubicBezTo>
                  <a:cubicBezTo>
                    <a:pt x="11268" y="13796"/>
                    <a:pt x="11303" y="13794"/>
                    <a:pt x="11337" y="13791"/>
                  </a:cubicBezTo>
                  <a:cubicBezTo>
                    <a:pt x="11923" y="13747"/>
                    <a:pt x="12403" y="13267"/>
                    <a:pt x="12448" y="12683"/>
                  </a:cubicBezTo>
                  <a:cubicBezTo>
                    <a:pt x="12507" y="11968"/>
                    <a:pt x="11946" y="11373"/>
                    <a:pt x="11244" y="11373"/>
                  </a:cubicBezTo>
                  <a:cubicBezTo>
                    <a:pt x="10986" y="11373"/>
                    <a:pt x="10742" y="11455"/>
                    <a:pt x="10543" y="11595"/>
                  </a:cubicBezTo>
                  <a:lnTo>
                    <a:pt x="9760" y="11034"/>
                  </a:lnTo>
                  <a:lnTo>
                    <a:pt x="9760" y="8896"/>
                  </a:lnTo>
                  <a:lnTo>
                    <a:pt x="11211" y="8896"/>
                  </a:lnTo>
                  <a:cubicBezTo>
                    <a:pt x="12529" y="8896"/>
                    <a:pt x="13710" y="7819"/>
                    <a:pt x="13792" y="6498"/>
                  </a:cubicBezTo>
                  <a:cubicBezTo>
                    <a:pt x="13862" y="5600"/>
                    <a:pt x="13430" y="4733"/>
                    <a:pt x="12706" y="4231"/>
                  </a:cubicBezTo>
                  <a:cubicBezTo>
                    <a:pt x="12799" y="3367"/>
                    <a:pt x="12507" y="2514"/>
                    <a:pt x="11898" y="1905"/>
                  </a:cubicBezTo>
                  <a:cubicBezTo>
                    <a:pt x="11354" y="1362"/>
                    <a:pt x="10635" y="1071"/>
                    <a:pt x="9899" y="1071"/>
                  </a:cubicBezTo>
                  <a:cubicBezTo>
                    <a:pt x="9686" y="1071"/>
                    <a:pt x="9471" y="1095"/>
                    <a:pt x="9258" y="1145"/>
                  </a:cubicBezTo>
                  <a:cubicBezTo>
                    <a:pt x="8487" y="396"/>
                    <a:pt x="7468" y="1"/>
                    <a:pt x="6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3471488" y="27308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cxnSp>
        <p:nvCxnSpPr>
          <p:cNvPr id="1111" name="Google Shape;1111;p42"/>
          <p:cNvCxnSpPr>
            <a:stCxn id="1044" idx="3"/>
            <a:endCxn id="1056" idx="1"/>
          </p:cNvCxnSpPr>
          <p:nvPr/>
        </p:nvCxnSpPr>
        <p:spPr>
          <a:xfrm flipH="1">
            <a:off x="1336675" y="1440150"/>
            <a:ext cx="6440400" cy="1859700"/>
          </a:xfrm>
          <a:prstGeom prst="bentConnector5">
            <a:avLst>
              <a:gd name="adj1" fmla="val -10143"/>
              <a:gd name="adj2" fmla="val 72786"/>
              <a:gd name="adj3" fmla="val 10993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 &amp; CONTRIBUTION</a:t>
            </a:r>
            <a:endParaRPr/>
          </a:p>
        </p:txBody>
      </p:sp>
      <p:sp>
        <p:nvSpPr>
          <p:cNvPr id="772" name="Google Shape;772;p34"/>
          <p:cNvSpPr txBox="1">
            <a:spLocks noGrp="1"/>
          </p:cNvSpPr>
          <p:nvPr>
            <p:ph type="subTitle" idx="4"/>
          </p:nvPr>
        </p:nvSpPr>
        <p:spPr>
          <a:xfrm>
            <a:off x="1143996" y="1957973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UNIFIED PLATFORM</a:t>
            </a:r>
            <a:endParaRPr dirty="0"/>
          </a:p>
        </p:txBody>
      </p:sp>
      <p:sp>
        <p:nvSpPr>
          <p:cNvPr id="773" name="Google Shape;773;p34"/>
          <p:cNvSpPr txBox="1">
            <a:spLocks noGrp="1"/>
          </p:cNvSpPr>
          <p:nvPr>
            <p:ph type="subTitle" idx="5"/>
          </p:nvPr>
        </p:nvSpPr>
        <p:spPr>
          <a:xfrm>
            <a:off x="5380724" y="1922298"/>
            <a:ext cx="3188509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PROCESS-AWARE DETECTION</a:t>
            </a:r>
            <a:endParaRPr dirty="0"/>
          </a:p>
        </p:txBody>
      </p:sp>
      <p:sp>
        <p:nvSpPr>
          <p:cNvPr id="774" name="Google Shape;774;p34"/>
          <p:cNvSpPr txBox="1">
            <a:spLocks noGrp="1"/>
          </p:cNvSpPr>
          <p:nvPr>
            <p:ph type="subTitle" idx="1"/>
          </p:nvPr>
        </p:nvSpPr>
        <p:spPr>
          <a:xfrm>
            <a:off x="1143996" y="2366321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Most ICS security research treats detection in isolation. This project treats the detection platform itself as a software product that must be built, scanned, and deployed securely combining OT security </a:t>
            </a:r>
            <a:r>
              <a:rPr lang="en-US" dirty="0"/>
              <a:t>and</a:t>
            </a:r>
            <a:r>
              <a:rPr lang="en" dirty="0"/>
              <a:t> cloud</a:t>
            </a:r>
            <a:endParaRPr dirty="0"/>
          </a:p>
        </p:txBody>
      </p:sp>
      <p:sp>
        <p:nvSpPr>
          <p:cNvPr id="775" name="Google Shape;775;p34"/>
          <p:cNvSpPr txBox="1">
            <a:spLocks noGrp="1"/>
          </p:cNvSpPr>
          <p:nvPr>
            <p:ph type="subTitle" idx="2"/>
          </p:nvPr>
        </p:nvSpPr>
        <p:spPr>
          <a:xfrm>
            <a:off x="5472953" y="2330646"/>
            <a:ext cx="2595146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Unlike signature-based tools, the anomaly engine reasons about chlorine dosing setpoints, sensor readings, and PLC command sequences catching attacks that are invisible at the network perimeter</a:t>
            </a:r>
            <a:endParaRPr dirty="0"/>
          </a:p>
        </p:txBody>
      </p:sp>
      <p:grpSp>
        <p:nvGrpSpPr>
          <p:cNvPr id="782" name="Google Shape;782;p34"/>
          <p:cNvGrpSpPr/>
          <p:nvPr/>
        </p:nvGrpSpPr>
        <p:grpSpPr>
          <a:xfrm>
            <a:off x="5380724" y="1658748"/>
            <a:ext cx="347475" cy="345150"/>
            <a:chOff x="4744113" y="3243975"/>
            <a:chExt cx="347475" cy="345150"/>
          </a:xfrm>
        </p:grpSpPr>
        <p:sp>
          <p:nvSpPr>
            <p:cNvPr id="783" name="Google Shape;783;p34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7" name="Google Shape;787;p34"/>
          <p:cNvGrpSpPr/>
          <p:nvPr/>
        </p:nvGrpSpPr>
        <p:grpSpPr>
          <a:xfrm>
            <a:off x="1220184" y="1658898"/>
            <a:ext cx="346325" cy="345000"/>
            <a:chOff x="1725463" y="2681050"/>
            <a:chExt cx="346325" cy="345000"/>
          </a:xfrm>
        </p:grpSpPr>
        <p:sp>
          <p:nvSpPr>
            <p:cNvPr id="788" name="Google Shape;788;p34"/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7"/>
          <p:cNvSpPr txBox="1">
            <a:spLocks noGrp="1"/>
          </p:cNvSpPr>
          <p:nvPr>
            <p:ph type="title"/>
          </p:nvPr>
        </p:nvSpPr>
        <p:spPr>
          <a:xfrm>
            <a:off x="3196310" y="2096961"/>
            <a:ext cx="3202776" cy="8184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grpSp>
        <p:nvGrpSpPr>
          <p:cNvPr id="1209" name="Google Shape;1209;p47"/>
          <p:cNvGrpSpPr/>
          <p:nvPr/>
        </p:nvGrpSpPr>
        <p:grpSpPr>
          <a:xfrm rot="10800000">
            <a:off x="7995518" y="3068895"/>
            <a:ext cx="681217" cy="3360485"/>
            <a:chOff x="1337800" y="-2525590"/>
            <a:chExt cx="1498167" cy="7390555"/>
          </a:xfrm>
        </p:grpSpPr>
        <p:cxnSp>
          <p:nvCxnSpPr>
            <p:cNvPr id="1210" name="Google Shape;1210;p4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1" name="Google Shape;1211;p4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2" name="Google Shape;1212;p4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47"/>
          <p:cNvGrpSpPr/>
          <p:nvPr/>
        </p:nvGrpSpPr>
        <p:grpSpPr>
          <a:xfrm>
            <a:off x="7679244" y="3634568"/>
            <a:ext cx="247278" cy="1160062"/>
            <a:chOff x="1463894" y="1434556"/>
            <a:chExt cx="247278" cy="1160062"/>
          </a:xfrm>
        </p:grpSpPr>
        <p:sp>
          <p:nvSpPr>
            <p:cNvPr id="1214" name="Google Shape;1214;p47"/>
            <p:cNvSpPr/>
            <p:nvPr/>
          </p:nvSpPr>
          <p:spPr>
            <a:xfrm>
              <a:off x="1463894" y="2119623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 rot="10800000">
              <a:off x="1636072" y="143455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47"/>
          <p:cNvGrpSpPr/>
          <p:nvPr/>
        </p:nvGrpSpPr>
        <p:grpSpPr>
          <a:xfrm rot="5400000" flipH="1">
            <a:off x="5492724" y="3041117"/>
            <a:ext cx="4486819" cy="625122"/>
            <a:chOff x="-78438" y="4073905"/>
            <a:chExt cx="4486819" cy="625122"/>
          </a:xfrm>
        </p:grpSpPr>
        <p:cxnSp>
          <p:nvCxnSpPr>
            <p:cNvPr id="1217" name="Google Shape;1217;p4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8" name="Google Shape;1218;p47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9" name="Google Shape;1219;p47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0" name="Google Shape;1220;p47"/>
          <p:cNvSpPr/>
          <p:nvPr/>
        </p:nvSpPr>
        <p:spPr>
          <a:xfrm>
            <a:off x="7136111" y="32262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1" name="Google Shape;1221;p47"/>
          <p:cNvGrpSpPr/>
          <p:nvPr/>
        </p:nvGrpSpPr>
        <p:grpSpPr>
          <a:xfrm>
            <a:off x="7423575" y="1976550"/>
            <a:ext cx="3859204" cy="615399"/>
            <a:chOff x="-6675" y="307100"/>
            <a:chExt cx="9140700" cy="4634025"/>
          </a:xfrm>
        </p:grpSpPr>
        <p:cxnSp>
          <p:nvCxnSpPr>
            <p:cNvPr id="1222" name="Google Shape;1222;p47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3" name="Google Shape;1223;p47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4" name="Google Shape;1224;p47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5" name="Google Shape;1225;p47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6" name="Google Shape;1226;p47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47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47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9" name="Google Shape;1229;p47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0" name="Google Shape;1230;p47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" name="Google Shape;1231;p47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2" name="Google Shape;1232;p47"/>
          <p:cNvSpPr/>
          <p:nvPr/>
        </p:nvSpPr>
        <p:spPr>
          <a:xfrm>
            <a:off x="7145469" y="2096961"/>
            <a:ext cx="43116" cy="474994"/>
          </a:xfrm>
          <a:custGeom>
            <a:avLst/>
            <a:gdLst/>
            <a:ahLst/>
            <a:cxnLst/>
            <a:rect l="l" t="t" r="r" b="b"/>
            <a:pathLst>
              <a:path w="754" h="8307" fill="none" extrusionOk="0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72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3" name="Google Shape;1233;p47"/>
          <p:cNvGrpSpPr/>
          <p:nvPr/>
        </p:nvGrpSpPr>
        <p:grpSpPr>
          <a:xfrm>
            <a:off x="2389175" y="-353800"/>
            <a:ext cx="5859225" cy="1631012"/>
            <a:chOff x="2389175" y="-353800"/>
            <a:chExt cx="5859225" cy="1631012"/>
          </a:xfrm>
        </p:grpSpPr>
        <p:sp>
          <p:nvSpPr>
            <p:cNvPr id="1234" name="Google Shape;1234;p47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235" name="Google Shape;1235;p47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236" name="Google Shape;1236;p4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8211256-8316-4577-B77F-21C8D4C2036D}"/>
              </a:ext>
            </a:extLst>
          </p:cNvPr>
          <p:cNvSpPr/>
          <p:nvPr/>
        </p:nvSpPr>
        <p:spPr>
          <a:xfrm>
            <a:off x="708839" y="2963206"/>
            <a:ext cx="5045693" cy="13317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532</Words>
  <Application>Microsoft Office PowerPoint</Application>
  <PresentationFormat>On-screen Show (16:9)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Hanken Grotesk Light</vt:lpstr>
      <vt:lpstr>Anaheim</vt:lpstr>
      <vt:lpstr>Raleway Black</vt:lpstr>
      <vt:lpstr>Raleway</vt:lpstr>
      <vt:lpstr>Arial</vt:lpstr>
      <vt:lpstr>Nunito Light</vt:lpstr>
      <vt:lpstr>Hanken Grotesk</vt:lpstr>
      <vt:lpstr>Proxima Nova</vt:lpstr>
      <vt:lpstr>Raleway ExtraBold</vt:lpstr>
      <vt:lpstr>Technology Market Research Pitch Deck by Slidesgo</vt:lpstr>
      <vt:lpstr>Slidesgo Final Pages</vt:lpstr>
      <vt:lpstr>Graduation Project  OT / ICS  PLATFORM FOR PROTECTING WATER CHLORINATION FROM CYBER ATTACKS</vt:lpstr>
      <vt:lpstr>TABLE OF CONTENTS</vt:lpstr>
      <vt:lpstr>INTRODUCTION</vt:lpstr>
      <vt:lpstr>INTRODUCTION</vt:lpstr>
      <vt:lpstr>PROBLEM STATEMENT</vt:lpstr>
      <vt:lpstr>Methodology</vt:lpstr>
      <vt:lpstr>TECHNOLOGIES</vt:lpstr>
      <vt:lpstr>EXPECTED DELIVERABLES</vt:lpstr>
      <vt:lpstr>PROJECT TIMELINE</vt:lpstr>
      <vt:lpstr>INNOVATION &amp; CONTRIBUTION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DEVSECOPS PLATFORM FOR PROTECTING WATER CHLORINATION ICS FROM CYBER ATTACKS</dc:title>
  <dc:creator>Student: Mahmoud Mostafa Hashem Alsakhawy</dc:creator>
  <cp:lastModifiedBy>Marko Hanna</cp:lastModifiedBy>
  <cp:revision>9</cp:revision>
  <dcterms:modified xsi:type="dcterms:W3CDTF">2026-07-20T14:51:25Z</dcterms:modified>
</cp:coreProperties>
</file>